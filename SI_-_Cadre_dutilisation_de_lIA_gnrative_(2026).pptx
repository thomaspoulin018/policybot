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slideLayouts/slideLayout4.xml" ContentType="application/vnd.openxmlformats-officedocument.presentationml.slideLayout+xml"/>
  <Override PartName="/docProps/app.xml" ContentType="application/vnd.openxmlformats-officedocument.extended-properties+xml"/>
  <Override PartName="/ppt/tags/tag12.xml" ContentType="application/vnd.openxmlformats-officedocument.presentationml.tag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ags/tag18.xml" ContentType="application/vnd.openxmlformats-officedocument.presentationml.tags+xml"/>
  <Override PartName="/ppt/tags/tag22.xml" ContentType="application/vnd.openxmlformats-officedocument.presentationml.tags+xml"/>
  <Override PartName="/ppt/tags/tag19.xml" ContentType="application/vnd.openxmlformats-officedocument.presentationml.tag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3.xml" ContentType="application/vnd.openxmlformats-officedocument.presentationml.tags+xml"/>
  <Override PartName="/ppt/tags/tag2.xml" ContentType="application/vnd.openxmlformats-officedocument.presentationml.tags+xml"/>
  <Override PartName="/ppt/tags/tag5.xml" ContentType="application/vnd.openxmlformats-officedocument.presentationml.tags+xml"/>
  <Override PartName="/ppt/tags/tag4.xml" ContentType="application/vnd.openxmlformats-officedocument.presentationml.tags+xml"/>
  <Override PartName="/ppt/tags/tag7.xml" ContentType="application/vnd.openxmlformats-officedocument.presentationml.tags+xml"/>
  <Override PartName="/ppt/tags/tag6.xml" ContentType="application/vnd.openxmlformats-officedocument.presentationml.tags+xml"/>
  <Override PartName="/ppt/tags/tag9.xml" ContentType="application/vnd.openxmlformats-officedocument.presentationml.tags+xml"/>
  <Override PartName="/ppt/tags/tag8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3.xml" ContentType="application/vnd.openxmlformats-officedocument.presentationml.tags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changesInfos/changesInfo1.xml" ContentType="application/vnd.ms-powerpoint.changesinfo+xml"/>
  <Override PartName="/ppt/diagrams/layout1.xml" ContentType="application/vnd.openxmlformats-officedocument.drawingml.diagramLayout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quickStyle1.xml" ContentType="application/vnd.openxmlformats-officedocument.drawingml.diagramStyle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slides/slide7.xml" ContentType="application/vnd.openxmlformats-officedocument.presentationml.slide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slides/slide8.xml" ContentType="application/vnd.openxmlformats-officedocument.presentationml.slide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authors.xml" ContentType="application/vnd.ms-powerpoint.authors+xml"/>
  <Override PartName="/ppt/revisionInfo.xml" ContentType="application/vnd.ms-powerpoint.revisioninfo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0"/>
  </p:notesMasterIdLst>
  <p:sldIdLst>
    <p:sldId id="262" r:id="rId2"/>
    <p:sldId id="386" r:id="rId3"/>
    <p:sldId id="454" r:id="rId4"/>
    <p:sldId id="446" r:id="rId5"/>
    <p:sldId id="452" r:id="rId6"/>
    <p:sldId id="453" r:id="rId7"/>
    <p:sldId id="455" r:id="rId8"/>
    <p:sldId id="456" r:id="rId9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92B6007-5C0F-0620-AA53-F9AC29E252E6}" name="Marsan, Benoit" initials="BM" userId="S::marsan.benoit.3@uqam.ca::ee113c09-bdc8-412c-974f-82db29989b6e" providerId="AD"/>
  <p188:author id="{482E75FC-51C9-0582-D37B-48FB1EA93A93}" name="Tougas, Joël" initials="JT" userId="S::tougas.joel@uqam.ca::d8d41c16-f5ed-4c0e-944b-aea2420bc77b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9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BC87313-3190-4320-82B6-09E386581375}" v="4" dt="2026-04-17T19:42:39.42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301B821-A1FF-4177-AEE7-76D212191A09}" styleName="Style moyen 1 - Accentuation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0660B408-B3CF-4A94-85FC-2B1E0A45F4A2}" styleName="Style foncé 2 - Accentuation 1/Accentuation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25E5076-3810-47DD-B79F-674D7AD40C01}" styleName="Style foncé 1 - Accentuation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C2FFA5D-87B4-456A-9821-1D502468CF0F}" styleName="Style à thème 1 - Accentuation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1" d="100"/>
          <a:sy n="61" d="100"/>
        </p:scale>
        <p:origin x="68" y="3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18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17" Type="http://schemas.microsoft.com/office/2018/10/relationships/authors" Target="author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20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19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san, Benoit" userId="ee113c09-bdc8-412c-974f-82db29989b6e" providerId="ADAL" clId="{6DD816E5-867B-4A45-8978-CC98A96FA603}"/>
    <pc:docChg chg="undo custSel addSld delSld modSld">
      <pc:chgData name="Marsan, Benoit" userId="ee113c09-bdc8-412c-974f-82db29989b6e" providerId="ADAL" clId="{6DD816E5-867B-4A45-8978-CC98A96FA603}" dt="2026-04-17T19:42:48.845" v="816" actId="13926"/>
      <pc:docMkLst>
        <pc:docMk/>
      </pc:docMkLst>
      <pc:sldChg chg="modSp mod">
        <pc:chgData name="Marsan, Benoit" userId="ee113c09-bdc8-412c-974f-82db29989b6e" providerId="ADAL" clId="{6DD816E5-867B-4A45-8978-CC98A96FA603}" dt="2026-04-14T12:04:05.083" v="465" actId="20577"/>
        <pc:sldMkLst>
          <pc:docMk/>
          <pc:sldMk cId="1850545077" sldId="262"/>
        </pc:sldMkLst>
        <pc:spChg chg="mod">
          <ac:chgData name="Marsan, Benoit" userId="ee113c09-bdc8-412c-974f-82db29989b6e" providerId="ADAL" clId="{6DD816E5-867B-4A45-8978-CC98A96FA603}" dt="2026-04-14T11:42:34.714" v="48" actId="20577"/>
          <ac:spMkLst>
            <pc:docMk/>
            <pc:sldMk cId="1850545077" sldId="262"/>
            <ac:spMk id="2" creationId="{DB56C9C3-1718-9045-9BFE-DF2EB2648D02}"/>
          </ac:spMkLst>
        </pc:spChg>
        <pc:spChg chg="mod">
          <ac:chgData name="Marsan, Benoit" userId="ee113c09-bdc8-412c-974f-82db29989b6e" providerId="ADAL" clId="{6DD816E5-867B-4A45-8978-CC98A96FA603}" dt="2026-04-14T12:04:05.083" v="465" actId="20577"/>
          <ac:spMkLst>
            <pc:docMk/>
            <pc:sldMk cId="1850545077" sldId="262"/>
            <ac:spMk id="3" creationId="{57300DA6-2D5D-134D-B4EA-E0731F84D0ED}"/>
          </ac:spMkLst>
        </pc:spChg>
      </pc:sldChg>
      <pc:sldChg chg="modSp mod">
        <pc:chgData name="Marsan, Benoit" userId="ee113c09-bdc8-412c-974f-82db29989b6e" providerId="ADAL" clId="{6DD816E5-867B-4A45-8978-CC98A96FA603}" dt="2026-04-17T19:39:29.786" v="692" actId="13926"/>
        <pc:sldMkLst>
          <pc:docMk/>
          <pc:sldMk cId="3518354812" sldId="386"/>
        </pc:sldMkLst>
        <pc:spChg chg="mod">
          <ac:chgData name="Marsan, Benoit" userId="ee113c09-bdc8-412c-974f-82db29989b6e" providerId="ADAL" clId="{6DD816E5-867B-4A45-8978-CC98A96FA603}" dt="2026-04-14T11:42:45.471" v="56" actId="20577"/>
          <ac:spMkLst>
            <pc:docMk/>
            <pc:sldMk cId="3518354812" sldId="386"/>
            <ac:spMk id="2" creationId="{E5337251-100E-B346-993F-22BB6D21B5DC}"/>
          </ac:spMkLst>
        </pc:spChg>
        <pc:spChg chg="mod">
          <ac:chgData name="Marsan, Benoit" userId="ee113c09-bdc8-412c-974f-82db29989b6e" providerId="ADAL" clId="{6DD816E5-867B-4A45-8978-CC98A96FA603}" dt="2026-04-17T19:39:29.786" v="692" actId="13926"/>
          <ac:spMkLst>
            <pc:docMk/>
            <pc:sldMk cId="3518354812" sldId="386"/>
            <ac:spMk id="3" creationId="{A5036F6B-1431-04FE-6BC4-BF8AC0F8FACE}"/>
          </ac:spMkLst>
        </pc:spChg>
        <pc:spChg chg="mod">
          <ac:chgData name="Marsan, Benoit" userId="ee113c09-bdc8-412c-974f-82db29989b6e" providerId="ADAL" clId="{6DD816E5-867B-4A45-8978-CC98A96FA603}" dt="2026-04-14T11:48:18.949" v="173"/>
          <ac:spMkLst>
            <pc:docMk/>
            <pc:sldMk cId="3518354812" sldId="386"/>
            <ac:spMk id="4" creationId="{95D6EE51-ECA1-2A27-FDAB-EDAC0C36C929}"/>
          </ac:spMkLst>
        </pc:spChg>
      </pc:sldChg>
      <pc:sldChg chg="addSp modSp mod">
        <pc:chgData name="Marsan, Benoit" userId="ee113c09-bdc8-412c-974f-82db29989b6e" providerId="ADAL" clId="{6DD816E5-867B-4A45-8978-CC98A96FA603}" dt="2026-04-17T19:41:03.786" v="812" actId="404"/>
        <pc:sldMkLst>
          <pc:docMk/>
          <pc:sldMk cId="984752599" sldId="446"/>
        </pc:sldMkLst>
        <pc:spChg chg="mod">
          <ac:chgData name="Marsan, Benoit" userId="ee113c09-bdc8-412c-974f-82db29989b6e" providerId="ADAL" clId="{6DD816E5-867B-4A45-8978-CC98A96FA603}" dt="2026-04-14T11:44:07.999" v="122" actId="20577"/>
          <ac:spMkLst>
            <pc:docMk/>
            <pc:sldMk cId="984752599" sldId="446"/>
            <ac:spMk id="2" creationId="{3C65D4D6-B15A-B393-E473-C267B5A5D659}"/>
          </ac:spMkLst>
        </pc:spChg>
        <pc:spChg chg="mod">
          <ac:chgData name="Marsan, Benoit" userId="ee113c09-bdc8-412c-974f-82db29989b6e" providerId="ADAL" clId="{6DD816E5-867B-4A45-8978-CC98A96FA603}" dt="2026-04-14T11:45:00.549" v="126" actId="5793"/>
          <ac:spMkLst>
            <pc:docMk/>
            <pc:sldMk cId="984752599" sldId="446"/>
            <ac:spMk id="3" creationId="{CBD265D2-ABA0-A8AF-840A-754635439070}"/>
          </ac:spMkLst>
        </pc:spChg>
        <pc:spChg chg="mod">
          <ac:chgData name="Marsan, Benoit" userId="ee113c09-bdc8-412c-974f-82db29989b6e" providerId="ADAL" clId="{6DD816E5-867B-4A45-8978-CC98A96FA603}" dt="2026-04-14T11:48:22.428" v="174"/>
          <ac:spMkLst>
            <pc:docMk/>
            <pc:sldMk cId="984752599" sldId="446"/>
            <ac:spMk id="4" creationId="{850F3B30-F3A1-530F-87B3-B4C97C470B9A}"/>
          </ac:spMkLst>
        </pc:spChg>
        <pc:spChg chg="add mod">
          <ac:chgData name="Marsan, Benoit" userId="ee113c09-bdc8-412c-974f-82db29989b6e" providerId="ADAL" clId="{6DD816E5-867B-4A45-8978-CC98A96FA603}" dt="2026-04-17T19:41:03.786" v="812" actId="404"/>
          <ac:spMkLst>
            <pc:docMk/>
            <pc:sldMk cId="984752599" sldId="446"/>
            <ac:spMk id="7" creationId="{58119F8F-D881-551B-4C2C-612161391963}"/>
          </ac:spMkLst>
        </pc:spChg>
        <pc:graphicFrameChg chg="add mod modGraphic">
          <ac:chgData name="Marsan, Benoit" userId="ee113c09-bdc8-412c-974f-82db29989b6e" providerId="ADAL" clId="{6DD816E5-867B-4A45-8978-CC98A96FA603}" dt="2026-04-14T20:51:10.064" v="612" actId="20577"/>
          <ac:graphicFrameMkLst>
            <pc:docMk/>
            <pc:sldMk cId="984752599" sldId="446"/>
            <ac:graphicFrameMk id="6" creationId="{CED2E721-43EC-7173-D330-D01AB8E780F4}"/>
          </ac:graphicFrameMkLst>
        </pc:graphicFrameChg>
        <pc:graphicFrameChg chg="add mod">
          <ac:chgData name="Marsan, Benoit" userId="ee113c09-bdc8-412c-974f-82db29989b6e" providerId="ADAL" clId="{6DD816E5-867B-4A45-8978-CC98A96FA603}" dt="2026-04-17T19:40:24.020" v="697"/>
          <ac:graphicFrameMkLst>
            <pc:docMk/>
            <pc:sldMk cId="984752599" sldId="446"/>
            <ac:graphicFrameMk id="8" creationId="{F75D33FA-B8F1-EDF1-7F4B-38312B0FF0FF}"/>
          </ac:graphicFrameMkLst>
        </pc:graphicFrameChg>
      </pc:sldChg>
      <pc:sldChg chg="modSp add mod">
        <pc:chgData name="Marsan, Benoit" userId="ee113c09-bdc8-412c-974f-82db29989b6e" providerId="ADAL" clId="{6DD816E5-867B-4A45-8978-CC98A96FA603}" dt="2026-04-14T20:56:42.394" v="614" actId="20577"/>
        <pc:sldMkLst>
          <pc:docMk/>
          <pc:sldMk cId="3897843766" sldId="452"/>
        </pc:sldMkLst>
        <pc:spChg chg="mod">
          <ac:chgData name="Marsan, Benoit" userId="ee113c09-bdc8-412c-974f-82db29989b6e" providerId="ADAL" clId="{6DD816E5-867B-4A45-8978-CC98A96FA603}" dt="2026-04-14T11:48:47.993" v="205" actId="20577"/>
          <ac:spMkLst>
            <pc:docMk/>
            <pc:sldMk cId="3897843766" sldId="452"/>
            <ac:spMk id="2" creationId="{BAEC8B1C-83BE-067D-AAB5-5EA05335CDAD}"/>
          </ac:spMkLst>
        </pc:spChg>
        <pc:spChg chg="mod">
          <ac:chgData name="Marsan, Benoit" userId="ee113c09-bdc8-412c-974f-82db29989b6e" providerId="ADAL" clId="{6DD816E5-867B-4A45-8978-CC98A96FA603}" dt="2026-04-14T20:56:42.394" v="614" actId="20577"/>
          <ac:spMkLst>
            <pc:docMk/>
            <pc:sldMk cId="3897843766" sldId="452"/>
            <ac:spMk id="3" creationId="{19D345C8-6F68-86B7-8D6A-53FC30D4C6DD}"/>
          </ac:spMkLst>
        </pc:spChg>
      </pc:sldChg>
      <pc:sldChg chg="addSp delSp modSp add mod modClrScheme chgLayout">
        <pc:chgData name="Marsan, Benoit" userId="ee113c09-bdc8-412c-974f-82db29989b6e" providerId="ADAL" clId="{6DD816E5-867B-4A45-8978-CC98A96FA603}" dt="2026-04-14T12:03:52.024" v="445" actId="123"/>
        <pc:sldMkLst>
          <pc:docMk/>
          <pc:sldMk cId="3805207827" sldId="453"/>
        </pc:sldMkLst>
        <pc:spChg chg="mod ord">
          <ac:chgData name="Marsan, Benoit" userId="ee113c09-bdc8-412c-974f-82db29989b6e" providerId="ADAL" clId="{6DD816E5-867B-4A45-8978-CC98A96FA603}" dt="2026-04-14T12:01:39.626" v="434" actId="26606"/>
          <ac:spMkLst>
            <pc:docMk/>
            <pc:sldMk cId="3805207827" sldId="453"/>
            <ac:spMk id="2" creationId="{F4EA65C5-D433-2658-4988-3C4B0787A027}"/>
          </ac:spMkLst>
        </pc:spChg>
        <pc:spChg chg="mod">
          <ac:chgData name="Marsan, Benoit" userId="ee113c09-bdc8-412c-974f-82db29989b6e" providerId="ADAL" clId="{6DD816E5-867B-4A45-8978-CC98A96FA603}" dt="2026-04-14T12:01:39.626" v="434" actId="26606"/>
          <ac:spMkLst>
            <pc:docMk/>
            <pc:sldMk cId="3805207827" sldId="453"/>
            <ac:spMk id="4" creationId="{6F995CB3-60FF-5195-E10F-50F91DC2A2F0}"/>
          </ac:spMkLst>
        </pc:spChg>
        <pc:spChg chg="mod">
          <ac:chgData name="Marsan, Benoit" userId="ee113c09-bdc8-412c-974f-82db29989b6e" providerId="ADAL" clId="{6DD816E5-867B-4A45-8978-CC98A96FA603}" dt="2026-04-14T12:01:39.626" v="434" actId="26606"/>
          <ac:spMkLst>
            <pc:docMk/>
            <pc:sldMk cId="3805207827" sldId="453"/>
            <ac:spMk id="5" creationId="{11B50A2B-98F2-9526-9DD1-DA947D092E66}"/>
          </ac:spMkLst>
        </pc:spChg>
        <pc:graphicFrameChg chg="add mod modGraphic">
          <ac:chgData name="Marsan, Benoit" userId="ee113c09-bdc8-412c-974f-82db29989b6e" providerId="ADAL" clId="{6DD816E5-867B-4A45-8978-CC98A96FA603}" dt="2026-04-14T12:03:52.024" v="445" actId="123"/>
          <ac:graphicFrameMkLst>
            <pc:docMk/>
            <pc:sldMk cId="3805207827" sldId="453"/>
            <ac:graphicFrameMk id="8" creationId="{EC9B7159-5FD1-D751-7829-EBC0FADE092C}"/>
          </ac:graphicFrameMkLst>
        </pc:graphicFrameChg>
      </pc:sldChg>
      <pc:sldChg chg="addSp modSp add mod">
        <pc:chgData name="Marsan, Benoit" userId="ee113c09-bdc8-412c-974f-82db29989b6e" providerId="ADAL" clId="{6DD816E5-867B-4A45-8978-CC98A96FA603}" dt="2026-04-14T20:47:22.071" v="589" actId="20577"/>
        <pc:sldMkLst>
          <pc:docMk/>
          <pc:sldMk cId="523064784" sldId="454"/>
        </pc:sldMkLst>
        <pc:spChg chg="mod">
          <ac:chgData name="Marsan, Benoit" userId="ee113c09-bdc8-412c-974f-82db29989b6e" providerId="ADAL" clId="{6DD816E5-867B-4A45-8978-CC98A96FA603}" dt="2026-04-14T11:52:28.978" v="258" actId="20577"/>
          <ac:spMkLst>
            <pc:docMk/>
            <pc:sldMk cId="523064784" sldId="454"/>
            <ac:spMk id="2" creationId="{1B616655-E09C-C6B4-80EB-4D35682F2F50}"/>
          </ac:spMkLst>
        </pc:spChg>
        <pc:spChg chg="mod">
          <ac:chgData name="Marsan, Benoit" userId="ee113c09-bdc8-412c-974f-82db29989b6e" providerId="ADAL" clId="{6DD816E5-867B-4A45-8978-CC98A96FA603}" dt="2026-04-14T11:59:19.389" v="428" actId="14100"/>
          <ac:spMkLst>
            <pc:docMk/>
            <pc:sldMk cId="523064784" sldId="454"/>
            <ac:spMk id="3" creationId="{71602F24-C30A-4489-3196-A63ECE002145}"/>
          </ac:spMkLst>
        </pc:spChg>
        <pc:spChg chg="add mod">
          <ac:chgData name="Marsan, Benoit" userId="ee113c09-bdc8-412c-974f-82db29989b6e" providerId="ADAL" clId="{6DD816E5-867B-4A45-8978-CC98A96FA603}" dt="2026-04-14T11:59:07.520" v="422" actId="27636"/>
          <ac:spMkLst>
            <pc:docMk/>
            <pc:sldMk cId="523064784" sldId="454"/>
            <ac:spMk id="7" creationId="{D090C9F2-A547-056C-F1EC-80AA7883C430}"/>
          </ac:spMkLst>
        </pc:spChg>
        <pc:spChg chg="add mod">
          <ac:chgData name="Marsan, Benoit" userId="ee113c09-bdc8-412c-974f-82db29989b6e" providerId="ADAL" clId="{6DD816E5-867B-4A45-8978-CC98A96FA603}" dt="2026-04-14T11:58:51.673" v="417" actId="27636"/>
          <ac:spMkLst>
            <pc:docMk/>
            <pc:sldMk cId="523064784" sldId="454"/>
            <ac:spMk id="8" creationId="{D51FC9AF-89F5-E05B-696C-550A0F256CBC}"/>
          </ac:spMkLst>
        </pc:spChg>
        <pc:spChg chg="add mod">
          <ac:chgData name="Marsan, Benoit" userId="ee113c09-bdc8-412c-974f-82db29989b6e" providerId="ADAL" clId="{6DD816E5-867B-4A45-8978-CC98A96FA603}" dt="2026-04-14T11:58:37.844" v="412" actId="27636"/>
          <ac:spMkLst>
            <pc:docMk/>
            <pc:sldMk cId="523064784" sldId="454"/>
            <ac:spMk id="9" creationId="{109A906C-23B2-984E-6555-9E516221641D}"/>
          </ac:spMkLst>
        </pc:spChg>
        <pc:graphicFrameChg chg="add mod modGraphic">
          <ac:chgData name="Marsan, Benoit" userId="ee113c09-bdc8-412c-974f-82db29989b6e" providerId="ADAL" clId="{6DD816E5-867B-4A45-8978-CC98A96FA603}" dt="2026-04-14T20:47:22.071" v="589" actId="20577"/>
          <ac:graphicFrameMkLst>
            <pc:docMk/>
            <pc:sldMk cId="523064784" sldId="454"/>
            <ac:graphicFrameMk id="6" creationId="{76F5A090-A2DE-26C1-BB0A-0B829CB2C32A}"/>
          </ac:graphicFrameMkLst>
        </pc:graphicFrameChg>
      </pc:sldChg>
      <pc:sldChg chg="addSp delSp modSp add mod">
        <pc:chgData name="Marsan, Benoit" userId="ee113c09-bdc8-412c-974f-82db29989b6e" providerId="ADAL" clId="{6DD816E5-867B-4A45-8978-CC98A96FA603}" dt="2026-04-14T12:07:56.766" v="565" actId="27636"/>
        <pc:sldMkLst>
          <pc:docMk/>
          <pc:sldMk cId="3472574830" sldId="455"/>
        </pc:sldMkLst>
        <pc:spChg chg="mod">
          <ac:chgData name="Marsan, Benoit" userId="ee113c09-bdc8-412c-974f-82db29989b6e" providerId="ADAL" clId="{6DD816E5-867B-4A45-8978-CC98A96FA603}" dt="2026-04-14T12:04:41.801" v="486" actId="20577"/>
          <ac:spMkLst>
            <pc:docMk/>
            <pc:sldMk cId="3472574830" sldId="455"/>
            <ac:spMk id="2" creationId="{597A5662-7225-AC02-04E0-97C4780C1CD2}"/>
          </ac:spMkLst>
        </pc:spChg>
        <pc:spChg chg="add mod">
          <ac:chgData name="Marsan, Benoit" userId="ee113c09-bdc8-412c-974f-82db29989b6e" providerId="ADAL" clId="{6DD816E5-867B-4A45-8978-CC98A96FA603}" dt="2026-04-14T12:07:56.766" v="565" actId="27636"/>
          <ac:spMkLst>
            <pc:docMk/>
            <pc:sldMk cId="3472574830" sldId="455"/>
            <ac:spMk id="3" creationId="{08D30D36-E053-BA60-AA8D-0EF4FE6F01CD}"/>
          </ac:spMkLst>
        </pc:spChg>
      </pc:sldChg>
      <pc:sldChg chg="modSp add mod modCm">
        <pc:chgData name="Marsan, Benoit" userId="ee113c09-bdc8-412c-974f-82db29989b6e" providerId="ADAL" clId="{6DD816E5-867B-4A45-8978-CC98A96FA603}" dt="2026-04-17T19:42:48.845" v="816" actId="13926"/>
        <pc:sldMkLst>
          <pc:docMk/>
          <pc:sldMk cId="2062931430" sldId="456"/>
        </pc:sldMkLst>
        <pc:spChg chg="mod">
          <ac:chgData name="Marsan, Benoit" userId="ee113c09-bdc8-412c-974f-82db29989b6e" providerId="ADAL" clId="{6DD816E5-867B-4A45-8978-CC98A96FA603}" dt="2026-04-14T12:06:45.220" v="544" actId="20577"/>
          <ac:spMkLst>
            <pc:docMk/>
            <pc:sldMk cId="2062931430" sldId="456"/>
            <ac:spMk id="2" creationId="{80052187-C0B8-F90C-6A55-33C5452CA3D7}"/>
          </ac:spMkLst>
        </pc:spChg>
        <pc:spChg chg="mod">
          <ac:chgData name="Marsan, Benoit" userId="ee113c09-bdc8-412c-974f-82db29989b6e" providerId="ADAL" clId="{6DD816E5-867B-4A45-8978-CC98A96FA603}" dt="2026-04-17T19:42:48.845" v="816" actId="13926"/>
          <ac:spMkLst>
            <pc:docMk/>
            <pc:sldMk cId="2062931430" sldId="456"/>
            <ac:spMk id="3" creationId="{C0A3FAEC-7C5B-19A9-90C6-45A0A2091A55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Marsan, Benoit" userId="ee113c09-bdc8-412c-974f-82db29989b6e" providerId="ADAL" clId="{6DD816E5-867B-4A45-8978-CC98A96FA603}" dt="2026-04-17T19:42:41.705" v="815" actId="20577"/>
              <pc2:cmMkLst xmlns:pc2="http://schemas.microsoft.com/office/powerpoint/2019/9/main/command">
                <pc:docMk/>
                <pc:sldMk cId="2062931430" sldId="456"/>
                <pc2:cmMk id="{805A851D-0BEE-421C-B33C-37F582C8FBFE}"/>
              </pc2:cmMkLst>
            </pc226:cmChg>
          </p:ext>
        </pc:extLst>
      </pc:sldChg>
    </pc:docChg>
  </pc:docChgLst>
  <pc:docChgLst>
    <pc:chgData name="Tougas, Joël" userId="d8d41c16-f5ed-4c0e-944b-aea2420bc77b" providerId="ADAL" clId="{DB5BC62B-573E-4E1F-AB40-C12C50C16DC2}"/>
    <pc:docChg chg="modSld">
      <pc:chgData name="Tougas, Joël" userId="d8d41c16-f5ed-4c0e-944b-aea2420bc77b" providerId="ADAL" clId="{DB5BC62B-573E-4E1F-AB40-C12C50C16DC2}" dt="2026-04-16T10:52:32.112" v="6" actId="20577"/>
      <pc:docMkLst>
        <pc:docMk/>
      </pc:docMkLst>
      <pc:sldChg chg="modSp mod">
        <pc:chgData name="Tougas, Joël" userId="d8d41c16-f5ed-4c0e-944b-aea2420bc77b" providerId="ADAL" clId="{DB5BC62B-573E-4E1F-AB40-C12C50C16DC2}" dt="2026-04-16T10:52:32.112" v="6" actId="20577"/>
        <pc:sldMkLst>
          <pc:docMk/>
          <pc:sldMk cId="3472574830" sldId="455"/>
        </pc:sldMkLst>
        <pc:spChg chg="mod">
          <ac:chgData name="Tougas, Joël" userId="d8d41c16-f5ed-4c0e-944b-aea2420bc77b" providerId="ADAL" clId="{DB5BC62B-573E-4E1F-AB40-C12C50C16DC2}" dt="2026-04-16T10:52:32.112" v="6" actId="20577"/>
          <ac:spMkLst>
            <pc:docMk/>
            <pc:sldMk cId="3472574830" sldId="455"/>
            <ac:spMk id="3" creationId="{08D30D36-E053-BA60-AA8D-0EF4FE6F01CD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A7E8F5D-CB55-4FC7-916F-9CAFFCDE50CA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CA"/>
        </a:p>
      </dgm:t>
    </dgm:pt>
    <dgm:pt modelId="{3EC70603-7C8F-4622-B86C-A71BCDBEAF84}">
      <dgm:prSet phldrT="[Texte]" phldr="0"/>
      <dgm:spPr/>
      <dgm:t>
        <a:bodyPr/>
        <a:lstStyle/>
        <a:p>
          <a:r>
            <a:rPr lang="fr-CA" b="1" dirty="0">
              <a:latin typeface="Arial" panose="020B0604020202020204" pitchFamily="34" charset="0"/>
              <a:cs typeface="Arial" panose="020B0604020202020204" pitchFamily="34" charset="0"/>
            </a:rPr>
            <a:t>Gouvernance</a:t>
          </a:r>
        </a:p>
      </dgm:t>
    </dgm:pt>
    <dgm:pt modelId="{F945545A-CACF-4973-87C2-B1C94DCA62EF}" type="parTrans" cxnId="{8EC80530-E049-430F-88FA-15B862B56168}">
      <dgm:prSet/>
      <dgm:spPr/>
      <dgm:t>
        <a:bodyPr/>
        <a:lstStyle/>
        <a:p>
          <a:endParaRPr lang="fr-CA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F349E57-2051-4879-8A5B-C50874656236}" type="sibTrans" cxnId="{8EC80530-E049-430F-88FA-15B862B56168}">
      <dgm:prSet/>
      <dgm:spPr/>
      <dgm:t>
        <a:bodyPr/>
        <a:lstStyle/>
        <a:p>
          <a:endParaRPr lang="fr-CA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B65DB0F-F3BE-4EA4-8752-E8899D85D663}">
      <dgm:prSet phldrT="[Texte]" phldr="0"/>
      <dgm:spPr/>
      <dgm:t>
        <a:bodyPr/>
        <a:lstStyle/>
        <a:p>
          <a:r>
            <a:rPr lang="fr-CA" b="1" dirty="0">
              <a:latin typeface="Arial" panose="020B0604020202020204" pitchFamily="34" charset="0"/>
              <a:cs typeface="Arial" panose="020B0604020202020204" pitchFamily="34" charset="0"/>
            </a:rPr>
            <a:t>Gestion des risques et de la valeur</a:t>
          </a:r>
        </a:p>
      </dgm:t>
    </dgm:pt>
    <dgm:pt modelId="{5F4EEFC0-858C-4A8C-BD72-B84D0FA7ADB2}" type="parTrans" cxnId="{0F0849EB-3220-4260-B23A-1293F2F01902}">
      <dgm:prSet/>
      <dgm:spPr/>
      <dgm:t>
        <a:bodyPr/>
        <a:lstStyle/>
        <a:p>
          <a:endParaRPr lang="fr-CA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512D76E-596E-492E-9845-700CA132E347}" type="sibTrans" cxnId="{0F0849EB-3220-4260-B23A-1293F2F01902}">
      <dgm:prSet/>
      <dgm:spPr/>
      <dgm:t>
        <a:bodyPr/>
        <a:lstStyle/>
        <a:p>
          <a:endParaRPr lang="fr-CA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34A75E2-0559-4729-84C6-685DE9A09304}">
      <dgm:prSet phldrT="[Texte]" phldr="0"/>
      <dgm:spPr/>
      <dgm:t>
        <a:bodyPr/>
        <a:lstStyle/>
        <a:p>
          <a:r>
            <a:rPr lang="fr-CA" b="1" dirty="0">
              <a:latin typeface="Arial" panose="020B0604020202020204" pitchFamily="34" charset="0"/>
              <a:cs typeface="Arial" panose="020B0604020202020204" pitchFamily="34" charset="0"/>
            </a:rPr>
            <a:t>Classification des données</a:t>
          </a:r>
        </a:p>
      </dgm:t>
    </dgm:pt>
    <dgm:pt modelId="{EF0E6DA2-2723-4FF5-921F-10AA5C1D1355}" type="parTrans" cxnId="{260675D5-1D13-487F-995A-85F2DB82FBE6}">
      <dgm:prSet/>
      <dgm:spPr/>
      <dgm:t>
        <a:bodyPr/>
        <a:lstStyle/>
        <a:p>
          <a:endParaRPr lang="fr-CA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0E2B36A-9FD2-4209-9824-6166F1025911}" type="sibTrans" cxnId="{260675D5-1D13-487F-995A-85F2DB82FBE6}">
      <dgm:prSet/>
      <dgm:spPr/>
      <dgm:t>
        <a:bodyPr/>
        <a:lstStyle/>
        <a:p>
          <a:endParaRPr lang="fr-CA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B9E926D-2508-44F1-9982-B3C8AF2D1135}">
      <dgm:prSet phldrT="[Texte]" phldr="0"/>
      <dgm:spPr/>
      <dgm:t>
        <a:bodyPr/>
        <a:lstStyle/>
        <a:p>
          <a:r>
            <a:rPr lang="fr-CA" b="1" dirty="0">
              <a:latin typeface="Arial" panose="020B0604020202020204" pitchFamily="34" charset="0"/>
              <a:cs typeface="Arial" panose="020B0604020202020204" pitchFamily="34" charset="0"/>
            </a:rPr>
            <a:t>Formation obligatoire</a:t>
          </a:r>
        </a:p>
      </dgm:t>
    </dgm:pt>
    <dgm:pt modelId="{2C40F198-D50C-4887-B584-4447AC32A4F6}" type="parTrans" cxnId="{EE95AAEF-4BB5-4000-A551-883C7A6DC469}">
      <dgm:prSet/>
      <dgm:spPr/>
      <dgm:t>
        <a:bodyPr/>
        <a:lstStyle/>
        <a:p>
          <a:endParaRPr lang="fr-CA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7E1C891-C447-4E54-B65B-C6BCB9A6218F}" type="sibTrans" cxnId="{EE95AAEF-4BB5-4000-A551-883C7A6DC469}">
      <dgm:prSet/>
      <dgm:spPr/>
      <dgm:t>
        <a:bodyPr/>
        <a:lstStyle/>
        <a:p>
          <a:endParaRPr lang="fr-CA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FD0497E-F24C-48F5-A1AB-8F98A11BF349}" type="pres">
      <dgm:prSet presAssocID="{6A7E8F5D-CB55-4FC7-916F-9CAFFCDE50CA}" presName="matrix" presStyleCnt="0">
        <dgm:presLayoutVars>
          <dgm:chMax val="1"/>
          <dgm:dir/>
          <dgm:resizeHandles val="exact"/>
        </dgm:presLayoutVars>
      </dgm:prSet>
      <dgm:spPr/>
    </dgm:pt>
    <dgm:pt modelId="{7B5D04BF-578B-4BBC-9421-4005CE9D22B3}" type="pres">
      <dgm:prSet presAssocID="{6A7E8F5D-CB55-4FC7-916F-9CAFFCDE50CA}" presName="diamond" presStyleLbl="bgShp" presStyleIdx="0" presStyleCnt="1"/>
      <dgm:spPr/>
    </dgm:pt>
    <dgm:pt modelId="{AE539868-7EC0-4BBC-963C-91C6A8AC667D}" type="pres">
      <dgm:prSet presAssocID="{6A7E8F5D-CB55-4FC7-916F-9CAFFCDE50CA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6E987E60-B1A1-43A9-B3AE-9810F160AF9C}" type="pres">
      <dgm:prSet presAssocID="{6A7E8F5D-CB55-4FC7-916F-9CAFFCDE50CA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08857CF1-4EE6-4275-9EB8-17015BB9BDEB}" type="pres">
      <dgm:prSet presAssocID="{6A7E8F5D-CB55-4FC7-916F-9CAFFCDE50CA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D7B63692-A79A-4CEF-8A43-8F2B7FAEAE56}" type="pres">
      <dgm:prSet presAssocID="{6A7E8F5D-CB55-4FC7-916F-9CAFFCDE50CA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B27C2015-401F-4998-B404-6DBC5F03A70E}" type="presOf" srcId="{834A75E2-0559-4729-84C6-685DE9A09304}" destId="{08857CF1-4EE6-4275-9EB8-17015BB9BDEB}" srcOrd="0" destOrd="0" presId="urn:microsoft.com/office/officeart/2005/8/layout/matrix3"/>
    <dgm:cxn modelId="{8EC80530-E049-430F-88FA-15B862B56168}" srcId="{6A7E8F5D-CB55-4FC7-916F-9CAFFCDE50CA}" destId="{3EC70603-7C8F-4622-B86C-A71BCDBEAF84}" srcOrd="0" destOrd="0" parTransId="{F945545A-CACF-4973-87C2-B1C94DCA62EF}" sibTransId="{CF349E57-2051-4879-8A5B-C50874656236}"/>
    <dgm:cxn modelId="{DA744E6E-93F2-4406-814D-2CE6055B6541}" type="presOf" srcId="{FB65DB0F-F3BE-4EA4-8752-E8899D85D663}" destId="{6E987E60-B1A1-43A9-B3AE-9810F160AF9C}" srcOrd="0" destOrd="0" presId="urn:microsoft.com/office/officeart/2005/8/layout/matrix3"/>
    <dgm:cxn modelId="{34CA13D0-E3B7-438B-8F70-3E2BAB3A8462}" type="presOf" srcId="{3EC70603-7C8F-4622-B86C-A71BCDBEAF84}" destId="{AE539868-7EC0-4BBC-963C-91C6A8AC667D}" srcOrd="0" destOrd="0" presId="urn:microsoft.com/office/officeart/2005/8/layout/matrix3"/>
    <dgm:cxn modelId="{12968ED0-87A4-4750-9A5B-04B8D549D2B0}" type="presOf" srcId="{5B9E926D-2508-44F1-9982-B3C8AF2D1135}" destId="{D7B63692-A79A-4CEF-8A43-8F2B7FAEAE56}" srcOrd="0" destOrd="0" presId="urn:microsoft.com/office/officeart/2005/8/layout/matrix3"/>
    <dgm:cxn modelId="{260675D5-1D13-487F-995A-85F2DB82FBE6}" srcId="{6A7E8F5D-CB55-4FC7-916F-9CAFFCDE50CA}" destId="{834A75E2-0559-4729-84C6-685DE9A09304}" srcOrd="2" destOrd="0" parTransId="{EF0E6DA2-2723-4FF5-921F-10AA5C1D1355}" sibTransId="{D0E2B36A-9FD2-4209-9824-6166F1025911}"/>
    <dgm:cxn modelId="{0F0849EB-3220-4260-B23A-1293F2F01902}" srcId="{6A7E8F5D-CB55-4FC7-916F-9CAFFCDE50CA}" destId="{FB65DB0F-F3BE-4EA4-8752-E8899D85D663}" srcOrd="1" destOrd="0" parTransId="{5F4EEFC0-858C-4A8C-BD72-B84D0FA7ADB2}" sibTransId="{9512D76E-596E-492E-9845-700CA132E347}"/>
    <dgm:cxn modelId="{EE95AAEF-4BB5-4000-A551-883C7A6DC469}" srcId="{6A7E8F5D-CB55-4FC7-916F-9CAFFCDE50CA}" destId="{5B9E926D-2508-44F1-9982-B3C8AF2D1135}" srcOrd="3" destOrd="0" parTransId="{2C40F198-D50C-4887-B584-4447AC32A4F6}" sibTransId="{E7E1C891-C447-4E54-B65B-C6BCB9A6218F}"/>
    <dgm:cxn modelId="{0A638CF5-52D8-46F2-BE2B-81C69AC3BEFD}" type="presOf" srcId="{6A7E8F5D-CB55-4FC7-916F-9CAFFCDE50CA}" destId="{BFD0497E-F24C-48F5-A1AB-8F98A11BF349}" srcOrd="0" destOrd="0" presId="urn:microsoft.com/office/officeart/2005/8/layout/matrix3"/>
    <dgm:cxn modelId="{963DFBB2-BBBA-48DD-80D5-02F015466266}" type="presParOf" srcId="{BFD0497E-F24C-48F5-A1AB-8F98A11BF349}" destId="{7B5D04BF-578B-4BBC-9421-4005CE9D22B3}" srcOrd="0" destOrd="0" presId="urn:microsoft.com/office/officeart/2005/8/layout/matrix3"/>
    <dgm:cxn modelId="{E0428779-A3F1-4229-A9BB-279FF5945C69}" type="presParOf" srcId="{BFD0497E-F24C-48F5-A1AB-8F98A11BF349}" destId="{AE539868-7EC0-4BBC-963C-91C6A8AC667D}" srcOrd="1" destOrd="0" presId="urn:microsoft.com/office/officeart/2005/8/layout/matrix3"/>
    <dgm:cxn modelId="{62B864BF-05DA-43A5-B77C-8C620D83FA37}" type="presParOf" srcId="{BFD0497E-F24C-48F5-A1AB-8F98A11BF349}" destId="{6E987E60-B1A1-43A9-B3AE-9810F160AF9C}" srcOrd="2" destOrd="0" presId="urn:microsoft.com/office/officeart/2005/8/layout/matrix3"/>
    <dgm:cxn modelId="{BBAFF094-556C-48E3-A561-838AB64FC429}" type="presParOf" srcId="{BFD0497E-F24C-48F5-A1AB-8F98A11BF349}" destId="{08857CF1-4EE6-4275-9EB8-17015BB9BDEB}" srcOrd="3" destOrd="0" presId="urn:microsoft.com/office/officeart/2005/8/layout/matrix3"/>
    <dgm:cxn modelId="{B4DE6A2B-9A4A-4D3D-A2AF-67A8EA77EC2C}" type="presParOf" srcId="{BFD0497E-F24C-48F5-A1AB-8F98A11BF349}" destId="{D7B63692-A79A-4CEF-8A43-8F2B7FAEAE56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B5D04BF-578B-4BBC-9421-4005CE9D22B3}">
      <dsp:nvSpPr>
        <dsp:cNvPr id="0" name=""/>
        <dsp:cNvSpPr/>
      </dsp:nvSpPr>
      <dsp:spPr>
        <a:xfrm>
          <a:off x="2799271" y="0"/>
          <a:ext cx="4684144" cy="4684144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E539868-7EC0-4BBC-963C-91C6A8AC667D}">
      <dsp:nvSpPr>
        <dsp:cNvPr id="0" name=""/>
        <dsp:cNvSpPr/>
      </dsp:nvSpPr>
      <dsp:spPr>
        <a:xfrm>
          <a:off x="3244265" y="444993"/>
          <a:ext cx="1826816" cy="182681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800" b="1" kern="1200" dirty="0">
              <a:latin typeface="Arial" panose="020B0604020202020204" pitchFamily="34" charset="0"/>
              <a:cs typeface="Arial" panose="020B0604020202020204" pitchFamily="34" charset="0"/>
            </a:rPr>
            <a:t>Gouvernance</a:t>
          </a:r>
        </a:p>
      </dsp:txBody>
      <dsp:txXfrm>
        <a:off x="3333443" y="534171"/>
        <a:ext cx="1648460" cy="1648460"/>
      </dsp:txXfrm>
    </dsp:sp>
    <dsp:sp modelId="{6E987E60-B1A1-43A9-B3AE-9810F160AF9C}">
      <dsp:nvSpPr>
        <dsp:cNvPr id="0" name=""/>
        <dsp:cNvSpPr/>
      </dsp:nvSpPr>
      <dsp:spPr>
        <a:xfrm>
          <a:off x="5211605" y="444993"/>
          <a:ext cx="1826816" cy="182681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800" b="1" kern="1200" dirty="0">
              <a:latin typeface="Arial" panose="020B0604020202020204" pitchFamily="34" charset="0"/>
              <a:cs typeface="Arial" panose="020B0604020202020204" pitchFamily="34" charset="0"/>
            </a:rPr>
            <a:t>Gestion des risques et de la valeur</a:t>
          </a:r>
        </a:p>
      </dsp:txBody>
      <dsp:txXfrm>
        <a:off x="5300783" y="534171"/>
        <a:ext cx="1648460" cy="1648460"/>
      </dsp:txXfrm>
    </dsp:sp>
    <dsp:sp modelId="{08857CF1-4EE6-4275-9EB8-17015BB9BDEB}">
      <dsp:nvSpPr>
        <dsp:cNvPr id="0" name=""/>
        <dsp:cNvSpPr/>
      </dsp:nvSpPr>
      <dsp:spPr>
        <a:xfrm>
          <a:off x="3244265" y="2412334"/>
          <a:ext cx="1826816" cy="182681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800" b="1" kern="1200" dirty="0">
              <a:latin typeface="Arial" panose="020B0604020202020204" pitchFamily="34" charset="0"/>
              <a:cs typeface="Arial" panose="020B0604020202020204" pitchFamily="34" charset="0"/>
            </a:rPr>
            <a:t>Classification des données</a:t>
          </a:r>
        </a:p>
      </dsp:txBody>
      <dsp:txXfrm>
        <a:off x="3333443" y="2501512"/>
        <a:ext cx="1648460" cy="1648460"/>
      </dsp:txXfrm>
    </dsp:sp>
    <dsp:sp modelId="{D7B63692-A79A-4CEF-8A43-8F2B7FAEAE56}">
      <dsp:nvSpPr>
        <dsp:cNvPr id="0" name=""/>
        <dsp:cNvSpPr/>
      </dsp:nvSpPr>
      <dsp:spPr>
        <a:xfrm>
          <a:off x="5211605" y="2412334"/>
          <a:ext cx="1826816" cy="182681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800" b="1" kern="1200" dirty="0">
              <a:latin typeface="Arial" panose="020B0604020202020204" pitchFamily="34" charset="0"/>
              <a:cs typeface="Arial" panose="020B0604020202020204" pitchFamily="34" charset="0"/>
            </a:rPr>
            <a:t>Formation obligatoire</a:t>
          </a:r>
        </a:p>
      </dsp:txBody>
      <dsp:txXfrm>
        <a:off x="5300783" y="2501512"/>
        <a:ext cx="1648460" cy="164846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CE896F-26FA-4869-BB5E-038FD323FAB8}" type="datetimeFigureOut">
              <a:rPr lang="fr-CA" smtClean="0"/>
              <a:t>2026-04-17</a:t>
            </a:fld>
            <a:endParaRPr lang="fr-CA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CA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DF4C58-B8DF-4A93-8522-D6430B8C8546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1392885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position personnalisée">
    <p:bg>
      <p:bgPr>
        <a:solidFill>
          <a:srgbClr val="0079B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8908" y="2817875"/>
            <a:ext cx="3694184" cy="1222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42453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3880022" cy="6858000"/>
          </a:xfrm>
          <a:prstGeom prst="rect">
            <a:avLst/>
          </a:prstGeom>
          <a:solidFill>
            <a:srgbClr val="0079B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4176584" y="1122363"/>
            <a:ext cx="7315200" cy="2387600"/>
          </a:xfrm>
        </p:spPr>
        <p:txBody>
          <a:bodyPr anchor="b">
            <a:normAutofit/>
          </a:bodyPr>
          <a:lstStyle>
            <a:lvl1pPr algn="l">
              <a:defRPr sz="4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 dirty="0"/>
              <a:t>Modifiez le style du titre</a:t>
            </a:r>
            <a:endParaRPr lang="fr-CA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4176584" y="3602038"/>
            <a:ext cx="7315200" cy="1655762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Modifier le style des sous-titres du masque</a:t>
            </a:r>
            <a:endParaRPr lang="fr-CA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111967" y="6356350"/>
            <a:ext cx="3601617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CA"/>
              <a:t>Titre du cours </a:t>
            </a:r>
            <a:endParaRPr lang="fr-CA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DFEB9E7-905B-47F3-A96F-374DDAD81464}" type="slidenum">
              <a:rPr lang="fr-CA" smtClean="0"/>
              <a:pPr/>
              <a:t>‹N°›</a:t>
            </a:fld>
            <a:endParaRPr lang="fr-CA" dirty="0"/>
          </a:p>
        </p:txBody>
      </p:sp>
      <p:pic>
        <p:nvPicPr>
          <p:cNvPr id="8" name="Imag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0390" y="2954129"/>
            <a:ext cx="1539243" cy="509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17120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dirty="0"/>
              <a:t>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  <a:endParaRPr lang="fr-CA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fr-CA" dirty="0"/>
              <a:t>Titre du cours 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DFEB9E7-905B-47F3-A96F-374DDAD81464}" type="slidenum">
              <a:rPr lang="fr-CA" smtClean="0"/>
              <a:pPr/>
              <a:t>‹N°›</a:t>
            </a:fld>
            <a:endParaRPr lang="fr-CA" dirty="0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737118" cy="6858000"/>
          </a:xfrm>
          <a:prstGeom prst="rect">
            <a:avLst/>
          </a:prstGeom>
          <a:solidFill>
            <a:srgbClr val="0079B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pic>
        <p:nvPicPr>
          <p:cNvPr id="8" name="Imag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31" y="6448842"/>
            <a:ext cx="544731" cy="180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05084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fr-CA" dirty="0"/>
              <a:t>Titre du cours 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DFEB9E7-905B-47F3-A96F-374DDAD81464}" type="slidenum">
              <a:rPr lang="fr-CA" smtClean="0"/>
              <a:pPr/>
              <a:t>‹N°›</a:t>
            </a:fld>
            <a:endParaRPr lang="fr-CA" dirty="0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737118" cy="6858000"/>
          </a:xfrm>
          <a:prstGeom prst="rect">
            <a:avLst/>
          </a:prstGeom>
          <a:solidFill>
            <a:srgbClr val="0079B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pic>
        <p:nvPicPr>
          <p:cNvPr id="8" name="Imag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31" y="6448842"/>
            <a:ext cx="544731" cy="180139"/>
          </a:xfrm>
          <a:prstGeom prst="rect">
            <a:avLst/>
          </a:prstGeom>
        </p:spPr>
      </p:pic>
      <p:sp>
        <p:nvSpPr>
          <p:cNvPr id="9" name="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10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11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4011142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6166756" y="6356350"/>
            <a:ext cx="2348594" cy="365125"/>
          </a:xfr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fr-CA" dirty="0"/>
              <a:t>Titre du cours 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DFEB9E7-905B-47F3-A96F-374DDAD81464}" type="slidenum">
              <a:rPr lang="fr-CA" smtClean="0"/>
              <a:pPr/>
              <a:t>‹N°›</a:t>
            </a:fld>
            <a:endParaRPr lang="fr-CA" dirty="0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737118" cy="6858000"/>
          </a:xfrm>
          <a:prstGeom prst="rect">
            <a:avLst/>
          </a:prstGeom>
          <a:solidFill>
            <a:srgbClr val="0079B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pic>
        <p:nvPicPr>
          <p:cNvPr id="8" name="Imag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31" y="6448842"/>
            <a:ext cx="544731" cy="180139"/>
          </a:xfrm>
          <a:prstGeom prst="rect">
            <a:avLst/>
          </a:prstGeom>
        </p:spPr>
      </p:pic>
      <p:sp>
        <p:nvSpPr>
          <p:cNvPr id="9" name="Titre 1"/>
          <p:cNvSpPr>
            <a:spLocks noGrp="1"/>
          </p:cNvSpPr>
          <p:nvPr>
            <p:ph type="title"/>
          </p:nvPr>
        </p:nvSpPr>
        <p:spPr>
          <a:xfrm>
            <a:off x="6172200" y="365125"/>
            <a:ext cx="5181600" cy="132556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11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13" name="Espace réservé pour une image  12"/>
          <p:cNvSpPr>
            <a:spLocks noGrp="1"/>
          </p:cNvSpPr>
          <p:nvPr>
            <p:ph type="pic" sz="quarter" idx="13"/>
          </p:nvPr>
        </p:nvSpPr>
        <p:spPr>
          <a:xfrm>
            <a:off x="737118" y="0"/>
            <a:ext cx="5320782" cy="6858000"/>
          </a:xfrm>
        </p:spPr>
        <p:txBody>
          <a:bodyPr/>
          <a:lstStyle/>
          <a:p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3937542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3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95" r="53447"/>
          <a:stretch/>
        </p:blipFill>
        <p:spPr>
          <a:xfrm>
            <a:off x="1951629" y="-7842"/>
            <a:ext cx="2032541" cy="6858000"/>
          </a:xfrm>
          <a:prstGeom prst="rect">
            <a:avLst/>
          </a:prstGeom>
        </p:spPr>
      </p:pic>
      <p:sp>
        <p:nvSpPr>
          <p:cNvPr id="7" name="Rectangle 6"/>
          <p:cNvSpPr/>
          <p:nvPr userDrawn="1"/>
        </p:nvSpPr>
        <p:spPr>
          <a:xfrm>
            <a:off x="1" y="0"/>
            <a:ext cx="1996750" cy="6858000"/>
          </a:xfrm>
          <a:prstGeom prst="rect">
            <a:avLst/>
          </a:prstGeom>
          <a:solidFill>
            <a:srgbClr val="0079B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4176584" y="1122363"/>
            <a:ext cx="7315200" cy="2387600"/>
          </a:xfrm>
        </p:spPr>
        <p:txBody>
          <a:bodyPr anchor="b">
            <a:normAutofit/>
          </a:bodyPr>
          <a:lstStyle>
            <a:lvl1pPr algn="l">
              <a:defRPr sz="4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 dirty="0"/>
              <a:t>Modifiez le style du titre</a:t>
            </a:r>
            <a:endParaRPr lang="fr-CA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4176584" y="3602038"/>
            <a:ext cx="7315200" cy="1655762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Modifier le style des sous-titres du masque</a:t>
            </a:r>
            <a:endParaRPr lang="fr-CA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111967" y="6356350"/>
            <a:ext cx="3601617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CA"/>
              <a:t>Titre du cours </a:t>
            </a:r>
            <a:endParaRPr lang="fr-CA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DFEB9E7-905B-47F3-A96F-374DDAD81464}" type="slidenum">
              <a:rPr lang="fr-CA" smtClean="0"/>
              <a:pPr/>
              <a:t>‹N°›</a:t>
            </a:fld>
            <a:endParaRPr lang="fr-CA" dirty="0"/>
          </a:p>
        </p:txBody>
      </p:sp>
      <p:pic>
        <p:nvPicPr>
          <p:cNvPr id="8" name="Imag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495" y="3132533"/>
            <a:ext cx="1419761" cy="469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65730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3880022" y="0"/>
            <a:ext cx="8311978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3880022" cy="6858000"/>
          </a:xfrm>
          <a:prstGeom prst="rect">
            <a:avLst/>
          </a:prstGeom>
          <a:solidFill>
            <a:srgbClr val="0079B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4176584" y="1122363"/>
            <a:ext cx="7315200" cy="2387600"/>
          </a:xfrm>
        </p:spPr>
        <p:txBody>
          <a:bodyPr anchor="b">
            <a:normAutofit/>
          </a:bodyPr>
          <a:lstStyle>
            <a:lvl1pPr algn="l">
              <a:defRPr sz="4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 dirty="0"/>
              <a:t>Modifiez le style du titre</a:t>
            </a:r>
            <a:endParaRPr lang="fr-CA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4176584" y="3602038"/>
            <a:ext cx="7315200" cy="1655762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Modifier le style des sous-titres du masque</a:t>
            </a:r>
            <a:endParaRPr lang="fr-CA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111967" y="6356350"/>
            <a:ext cx="3601617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CA"/>
              <a:t>Titre du cours </a:t>
            </a:r>
            <a:endParaRPr lang="fr-CA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DFEB9E7-905B-47F3-A96F-374DDAD81464}" type="slidenum">
              <a:rPr lang="fr-CA" smtClean="0"/>
              <a:pPr/>
              <a:t>‹N°›</a:t>
            </a:fld>
            <a:endParaRPr lang="fr-CA"/>
          </a:p>
        </p:txBody>
      </p:sp>
      <p:pic>
        <p:nvPicPr>
          <p:cNvPr id="8" name="Imag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0390" y="2954129"/>
            <a:ext cx="1539243" cy="509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20837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re et contenu"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CA"/>
              <a:t>Titre du cours 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DFEB9E7-905B-47F3-A96F-374DDAD81464}" type="slidenum">
              <a:rPr lang="fr-CA" smtClean="0"/>
              <a:pPr/>
              <a:t>‹N°›</a:t>
            </a:fld>
            <a:endParaRPr lang="fr-CA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737118" cy="6858000"/>
          </a:xfrm>
          <a:prstGeom prst="rect">
            <a:avLst/>
          </a:prstGeom>
          <a:solidFill>
            <a:srgbClr val="0079B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pic>
        <p:nvPicPr>
          <p:cNvPr id="8" name="Imag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31" y="6448842"/>
            <a:ext cx="544731" cy="180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24750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re et contenu"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CA"/>
              <a:t>Titre du cours 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DFEB9E7-905B-47F3-A96F-374DDAD81464}" type="slidenum">
              <a:rPr lang="fr-CA" smtClean="0"/>
              <a:pPr/>
              <a:t>‹N°›</a:t>
            </a:fld>
            <a:endParaRPr lang="fr-CA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737118" cy="6858000"/>
          </a:xfrm>
          <a:prstGeom prst="rect">
            <a:avLst/>
          </a:prstGeom>
          <a:solidFill>
            <a:srgbClr val="0079B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pic>
        <p:nvPicPr>
          <p:cNvPr id="8" name="Imag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31" y="6448842"/>
            <a:ext cx="544731" cy="180139"/>
          </a:xfrm>
          <a:prstGeom prst="rect">
            <a:avLst/>
          </a:prstGeom>
        </p:spPr>
      </p:pic>
      <p:sp>
        <p:nvSpPr>
          <p:cNvPr id="9" name="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10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11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0775545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re et contenu"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6166756" y="6356350"/>
            <a:ext cx="2348594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CA"/>
              <a:t>Titre du cours </a:t>
            </a:r>
            <a:endParaRPr lang="fr-CA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DFEB9E7-905B-47F3-A96F-374DDAD81464}" type="slidenum">
              <a:rPr lang="fr-CA" smtClean="0"/>
              <a:pPr/>
              <a:t>‹N°›</a:t>
            </a:fld>
            <a:endParaRPr lang="fr-CA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737118" cy="6858000"/>
          </a:xfrm>
          <a:prstGeom prst="rect">
            <a:avLst/>
          </a:prstGeom>
          <a:solidFill>
            <a:srgbClr val="0079B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pic>
        <p:nvPicPr>
          <p:cNvPr id="8" name="Imag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31" y="6448842"/>
            <a:ext cx="544731" cy="180139"/>
          </a:xfrm>
          <a:prstGeom prst="rect">
            <a:avLst/>
          </a:prstGeom>
        </p:spPr>
      </p:pic>
      <p:sp>
        <p:nvSpPr>
          <p:cNvPr id="9" name="Titre 1"/>
          <p:cNvSpPr>
            <a:spLocks noGrp="1"/>
          </p:cNvSpPr>
          <p:nvPr>
            <p:ph type="title"/>
          </p:nvPr>
        </p:nvSpPr>
        <p:spPr>
          <a:xfrm>
            <a:off x="6172200" y="365125"/>
            <a:ext cx="5181600" cy="13255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11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13" name="Espace réservé pour une image  12"/>
          <p:cNvSpPr>
            <a:spLocks noGrp="1"/>
          </p:cNvSpPr>
          <p:nvPr>
            <p:ph type="pic" sz="quarter" idx="13"/>
          </p:nvPr>
        </p:nvSpPr>
        <p:spPr>
          <a:xfrm>
            <a:off x="737118" y="0"/>
            <a:ext cx="5320782" cy="6858000"/>
          </a:xfrm>
        </p:spPr>
        <p:txBody>
          <a:bodyPr/>
          <a:lstStyle/>
          <a:p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9158083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95" r="53447"/>
          <a:stretch/>
        </p:blipFill>
        <p:spPr>
          <a:xfrm>
            <a:off x="1951629" y="-7842"/>
            <a:ext cx="2032541" cy="6858000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3880022" y="0"/>
            <a:ext cx="8311978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7" name="Rectangle 6"/>
          <p:cNvSpPr/>
          <p:nvPr userDrawn="1"/>
        </p:nvSpPr>
        <p:spPr>
          <a:xfrm>
            <a:off x="1" y="0"/>
            <a:ext cx="1996750" cy="6858000"/>
          </a:xfrm>
          <a:prstGeom prst="rect">
            <a:avLst/>
          </a:prstGeom>
          <a:solidFill>
            <a:srgbClr val="0079B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4176584" y="1122363"/>
            <a:ext cx="7315200" cy="2387600"/>
          </a:xfrm>
        </p:spPr>
        <p:txBody>
          <a:bodyPr anchor="b">
            <a:normAutofit/>
          </a:bodyPr>
          <a:lstStyle>
            <a:lvl1pPr algn="l">
              <a:defRPr sz="4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 dirty="0"/>
              <a:t>Modifiez le style du titre</a:t>
            </a:r>
            <a:endParaRPr lang="fr-CA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4176584" y="3602038"/>
            <a:ext cx="7315200" cy="1655762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Modifier le style des sous-titres du masque</a:t>
            </a:r>
            <a:endParaRPr lang="fr-CA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111967" y="6356350"/>
            <a:ext cx="3601617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CA"/>
              <a:t>Titre du cours </a:t>
            </a:r>
            <a:endParaRPr lang="fr-CA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DFEB9E7-905B-47F3-A96F-374DDAD81464}" type="slidenum">
              <a:rPr lang="fr-CA" smtClean="0"/>
              <a:pPr/>
              <a:t>‹N°›</a:t>
            </a:fld>
            <a:endParaRPr lang="fr-CA"/>
          </a:p>
        </p:txBody>
      </p:sp>
      <p:pic>
        <p:nvPicPr>
          <p:cNvPr id="8" name="Imag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495" y="3132533"/>
            <a:ext cx="1419761" cy="469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10765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dirty="0"/>
              <a:t>Modifiez le style du titre</a:t>
            </a:r>
            <a:endParaRPr lang="fr-CA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dirty="0"/>
              <a:t>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  <a:endParaRPr lang="fr-CA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838200" y="6356350"/>
            <a:ext cx="7315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CA"/>
              <a:t>Titre du cours </a:t>
            </a:r>
            <a:endParaRPr lang="fr-CA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DFEB9E7-905B-47F3-A96F-374DDAD81464}" type="slidenum">
              <a:rPr lang="fr-CA" smtClean="0"/>
              <a:pPr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8692067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7" r:id="rId2"/>
    <p:sldLayoutId id="2147483650" r:id="rId3"/>
    <p:sldLayoutId id="2147483666" r:id="rId4"/>
    <p:sldLayoutId id="2147483662" r:id="rId5"/>
    <p:sldLayoutId id="2147483668" r:id="rId6"/>
    <p:sldLayoutId id="2147483649" r:id="rId7"/>
    <p:sldLayoutId id="2147483663" r:id="rId8"/>
    <p:sldLayoutId id="2147483664" r:id="rId9"/>
    <p:sldLayoutId id="2147483665" r:id="rId10"/>
    <p:sldLayoutId id="2147483661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6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5" Type="http://schemas.openxmlformats.org/officeDocument/2006/relationships/slideLayout" Target="../slideLayouts/slideLayout3.xml"/><Relationship Id="rId4" Type="http://schemas.openxmlformats.org/officeDocument/2006/relationships/tags" Target="../tags/tag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.xml"/><Relationship Id="rId13" Type="http://schemas.microsoft.com/office/2007/relationships/diagramDrawing" Target="../diagrams/drawing1.xml"/><Relationship Id="rId3" Type="http://schemas.openxmlformats.org/officeDocument/2006/relationships/tags" Target="../tags/tag10.xml"/><Relationship Id="rId7" Type="http://schemas.openxmlformats.org/officeDocument/2006/relationships/tags" Target="../tags/tag14.xml"/><Relationship Id="rId12" Type="http://schemas.openxmlformats.org/officeDocument/2006/relationships/diagramColors" Target="../diagrams/colors1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tags" Target="../tags/tag13.xml"/><Relationship Id="rId11" Type="http://schemas.openxmlformats.org/officeDocument/2006/relationships/diagramQuickStyle" Target="../diagrams/quickStyle1.xml"/><Relationship Id="rId5" Type="http://schemas.openxmlformats.org/officeDocument/2006/relationships/tags" Target="../tags/tag12.xml"/><Relationship Id="rId10" Type="http://schemas.openxmlformats.org/officeDocument/2006/relationships/diagramLayout" Target="../diagrams/layout1.xml"/><Relationship Id="rId4" Type="http://schemas.openxmlformats.org/officeDocument/2006/relationships/tags" Target="../tags/tag11.xml"/><Relationship Id="rId9" Type="http://schemas.openxmlformats.org/officeDocument/2006/relationships/diagramData" Target="../diagrams/data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6" Type="http://schemas.openxmlformats.org/officeDocument/2006/relationships/hyperlink" Target="https://cdn-contenu.quebec.ca/cdn-contenu/adm/min/cybersecurite_numerique/Publications/Strategie_IA/GU_lignes_dir_IAG_2025.pdf" TargetMode="External"/><Relationship Id="rId5" Type="http://schemas.openxmlformats.org/officeDocument/2006/relationships/slideLayout" Target="../slideLayouts/slideLayout3.xml"/><Relationship Id="rId4" Type="http://schemas.openxmlformats.org/officeDocument/2006/relationships/tags" Target="../tags/tag1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21.xml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5" Type="http://schemas.openxmlformats.org/officeDocument/2006/relationships/slideLayout" Target="../slideLayouts/slideLayout3.xml"/><Relationship Id="rId4" Type="http://schemas.openxmlformats.org/officeDocument/2006/relationships/tags" Target="../tags/tag2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4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28.xml"/><Relationship Id="rId2" Type="http://schemas.openxmlformats.org/officeDocument/2006/relationships/tags" Target="../tags/tag27.xml"/><Relationship Id="rId1" Type="http://schemas.openxmlformats.org/officeDocument/2006/relationships/tags" Target="../tags/tag26.xml"/><Relationship Id="rId5" Type="http://schemas.openxmlformats.org/officeDocument/2006/relationships/slideLayout" Target="../slideLayouts/slideLayout4.xml"/><Relationship Id="rId4" Type="http://schemas.openxmlformats.org/officeDocument/2006/relationships/tags" Target="../tags/tag2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tags" Target="../tags/tag32.xml"/><Relationship Id="rId2" Type="http://schemas.openxmlformats.org/officeDocument/2006/relationships/tags" Target="../tags/tag31.xml"/><Relationship Id="rId1" Type="http://schemas.openxmlformats.org/officeDocument/2006/relationships/tags" Target="../tags/tag30.xml"/><Relationship Id="rId5" Type="http://schemas.openxmlformats.org/officeDocument/2006/relationships/slideLayout" Target="../slideLayouts/slideLayout4.xml"/><Relationship Id="rId4" Type="http://schemas.openxmlformats.org/officeDocument/2006/relationships/tags" Target="../tags/tag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56C9C3-1718-9045-9BFE-DF2EB2648D02}"/>
              </a:ext>
            </a:extLst>
          </p:cNvPr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4176583" y="1122363"/>
            <a:ext cx="7934903" cy="2387600"/>
          </a:xfrm>
        </p:spPr>
        <p:txBody>
          <a:bodyPr>
            <a:normAutofit/>
          </a:bodyPr>
          <a:lstStyle/>
          <a:p>
            <a:r>
              <a:rPr lang="fr-CA" sz="3600" dirty="0">
                <a:effectLst/>
                <a:ea typeface="Calibri" panose="020F0502020204030204" pitchFamily="34" charset="0"/>
              </a:rPr>
              <a:t>Cadre d’utilisation de l’IA générative</a:t>
            </a:r>
            <a:endParaRPr lang="fr-CA" sz="8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300DA6-2D5D-134D-B4EA-E0731F84D0ED}"/>
              </a:ext>
            </a:extLst>
          </p:cNvPr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>
            <a:normAutofit fontScale="92500" lnSpcReduction="10000"/>
          </a:bodyPr>
          <a:lstStyle/>
          <a:p>
            <a:endParaRPr lang="en-US" dirty="0"/>
          </a:p>
          <a:p>
            <a:r>
              <a:rPr lang="fr-CA" dirty="0"/>
              <a:t>Demande du VRAF : Points de discussion</a:t>
            </a:r>
            <a:endParaRPr lang="en-US" dirty="0"/>
          </a:p>
          <a:p>
            <a:endParaRPr lang="en-US" dirty="0"/>
          </a:p>
          <a:p>
            <a:r>
              <a:rPr lang="en-US" dirty="0"/>
              <a:t>Avril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3D04D6-C13D-4347-ABE4-BA1250DFE443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9DFEB9E7-905B-47F3-A96F-374DDAD81464}" type="slidenum">
              <a:rPr lang="fr-CA" smtClean="0"/>
              <a:pPr/>
              <a:t>1</a:t>
            </a:fld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18505450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2F8E01-4F0E-5A7C-7D9C-8934480D38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337251-100E-B346-993F-22BB6D21B5DC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 dirty="0"/>
              <a:t>Contexte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036F6B-1431-04FE-6BC4-BF8AC0F8FACE}"/>
              </a:ext>
            </a:extLst>
          </p:cNvPr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pPr algn="just">
              <a:spcBef>
                <a:spcPts val="1200"/>
              </a:spcBef>
              <a:spcAft>
                <a:spcPts val="600"/>
              </a:spcAft>
            </a:pPr>
            <a:r>
              <a:rPr lang="fr-CA" sz="2000" dirty="0"/>
              <a:t>En décembre 2025, le Ministère de la Cybersécurité et du Numérique (MCN) a publié un guide d'application obligatoire pour toutes les institutions assujetties à la LGGRI, dont l'UQAM. Ce guide impose un encadrement formel avant tout déploiement d'un outil d'IA générative (IAG).</a:t>
            </a:r>
          </a:p>
          <a:p>
            <a:endParaRPr lang="fr-CA" sz="2100" dirty="0"/>
          </a:p>
          <a:p>
            <a:r>
              <a:rPr lang="fr-CA" sz="2100" dirty="0"/>
              <a:t>Ce que ça signifie concrètement:</a:t>
            </a:r>
          </a:p>
          <a:p>
            <a:pPr lvl="1"/>
            <a:r>
              <a:rPr lang="fr-CA" sz="2000" dirty="0"/>
              <a:t>On ne peut pas simplement acheter un abonnement et commencer à l'utiliser.</a:t>
            </a:r>
          </a:p>
          <a:p>
            <a:pPr lvl="1"/>
            <a:r>
              <a:rPr lang="fr-CA" sz="2000" dirty="0"/>
              <a:t>Chaque usage doit être documenté, évalué et autorisé formellement.</a:t>
            </a:r>
          </a:p>
          <a:p>
            <a:pPr lvl="1"/>
            <a:r>
              <a:rPr lang="fr-CA" sz="2000" dirty="0"/>
              <a:t>Les données que l'on soumet à ces outils sont soumises à des règles strictes.</a:t>
            </a:r>
          </a:p>
          <a:p>
            <a:pPr lvl="1"/>
            <a:r>
              <a:rPr lang="fr-CA" sz="2000" dirty="0"/>
              <a:t>L'institution est responsable des risques liés à l'utilisation par son personnel.</a:t>
            </a:r>
          </a:p>
          <a:p>
            <a:pPr lvl="1"/>
            <a:r>
              <a:rPr lang="fr-CA" sz="2000" dirty="0"/>
              <a:t>Il faut être en mesure de démontrer de la valeur à chaque cas d’utilisation.</a:t>
            </a:r>
          </a:p>
          <a:p>
            <a:pPr algn="just">
              <a:spcBef>
                <a:spcPts val="1200"/>
              </a:spcBef>
              <a:spcAft>
                <a:spcPts val="600"/>
              </a:spcAft>
            </a:pPr>
            <a:endParaRPr lang="fr-CA" sz="2800" dirty="0"/>
          </a:p>
          <a:p>
            <a:endParaRPr lang="fr-CA" dirty="0"/>
          </a:p>
          <a:p>
            <a:endParaRPr lang="fr-CA" dirty="0"/>
          </a:p>
          <a:p>
            <a:endParaRPr lang="fr-CA" dirty="0"/>
          </a:p>
          <a:p>
            <a:endParaRPr lang="fr-CA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D6EE51-ECA1-2A27-FDAB-EDAC0C36C929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fr-CA" dirty="0">
                <a:ea typeface="Calibri" panose="020F0502020204030204" pitchFamily="34" charset="0"/>
              </a:rPr>
              <a:t>Cadre d’utilisation de l’IA générative</a:t>
            </a:r>
            <a:endParaRPr lang="fr-CA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DF82FA-1368-FBD1-E17B-0F579D11BD1B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9DFEB9E7-905B-47F3-A96F-374DDAD81464}" type="slidenum">
              <a:rPr lang="fr-CA" smtClean="0"/>
              <a:pPr/>
              <a:t>2</a:t>
            </a:fld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35183548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628E9E-2C98-F538-4638-52F5A08E2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616655-E09C-C6B4-80EB-4D35682F2F50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 dirty="0"/>
              <a:t>Obligations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602F24-C30A-4489-3196-A63ECE002145}"/>
              </a:ext>
            </a:extLst>
          </p:cNvPr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1242204" y="2202341"/>
            <a:ext cx="3148641" cy="1567461"/>
          </a:xfrm>
        </p:spPr>
        <p:txBody>
          <a:bodyPr>
            <a:normAutofit/>
          </a:bodyPr>
          <a:lstStyle/>
          <a:p>
            <a:pPr algn="just">
              <a:spcBef>
                <a:spcPts val="1200"/>
              </a:spcBef>
              <a:spcAft>
                <a:spcPts val="600"/>
              </a:spcAft>
            </a:pPr>
            <a:r>
              <a:rPr lang="fr-CA" sz="1400" dirty="0"/>
              <a:t>Nommer une autorité responsable. Définir qui approuve quoi. Documenter les processus. L'IA générative ne s'utilise pas sans cadre décisionnel formel en place.</a:t>
            </a:r>
          </a:p>
          <a:p>
            <a:endParaRPr lang="fr-CA" sz="1400" dirty="0"/>
          </a:p>
          <a:p>
            <a:endParaRPr lang="fr-CA" sz="1400" dirty="0"/>
          </a:p>
          <a:p>
            <a:endParaRPr lang="fr-CA" sz="14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9CBE1C-8045-5A47-D4B2-075F1EE9F596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fr-CA" dirty="0">
                <a:ea typeface="Calibri" panose="020F0502020204030204" pitchFamily="34" charset="0"/>
              </a:rPr>
              <a:t>Cadre d’utilisation de l’IA générative</a:t>
            </a:r>
            <a:endParaRPr lang="fr-CA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EDC28F-E76D-80CB-19C5-E65BCE51CFF0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9DFEB9E7-905B-47F3-A96F-374DDAD81464}" type="slidenum">
              <a:rPr lang="fr-CA" smtClean="0"/>
              <a:pPr/>
              <a:t>3</a:t>
            </a:fld>
            <a:endParaRPr lang="fr-CA" dirty="0"/>
          </a:p>
        </p:txBody>
      </p:sp>
      <p:graphicFrame>
        <p:nvGraphicFramePr>
          <p:cNvPr id="6" name="Diagramme 5">
            <a:extLst>
              <a:ext uri="{FF2B5EF4-FFF2-40B4-BE49-F238E27FC236}">
                <a16:creationId xmlns:a16="http://schemas.microsoft.com/office/drawing/2014/main" id="{76F5A090-A2DE-26C1-BB0A-0B829CB2C32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46582460"/>
              </p:ext>
            </p:extLst>
          </p:nvPr>
        </p:nvGraphicFramePr>
        <p:xfrm>
          <a:off x="1242204" y="1570007"/>
          <a:ext cx="10282687" cy="46841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090C9F2-A547-056C-F1EC-80AA7883C430}"/>
              </a:ext>
            </a:extLst>
          </p:cNvPr>
          <p:cNvSpPr txBox="1">
            <a:spLocks/>
          </p:cNvSpPr>
          <p:nvPr>
            <p:custDataLst>
              <p:tags r:id="rId5"/>
            </p:custDataLst>
          </p:nvPr>
        </p:nvSpPr>
        <p:spPr>
          <a:xfrm>
            <a:off x="8463951" y="2193655"/>
            <a:ext cx="3060940" cy="1567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1200"/>
              </a:spcBef>
              <a:spcAft>
                <a:spcPts val="600"/>
              </a:spcAft>
            </a:pPr>
            <a:r>
              <a:rPr lang="fr-CA" sz="1400" dirty="0"/>
              <a:t>Toute acquisition ou déploiement d'un outil IAG exige une évaluation des risques formelle avant autorisation. Pas d'outil en production sans analyse complétée et approuvée.</a:t>
            </a:r>
          </a:p>
          <a:p>
            <a:endParaRPr lang="fr-CA" sz="1400" dirty="0"/>
          </a:p>
          <a:p>
            <a:endParaRPr lang="fr-CA" sz="1400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51FC9AF-89F5-E05B-696C-550A0F256CBC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>
          <a:xfrm>
            <a:off x="1242204" y="4117823"/>
            <a:ext cx="3148641" cy="16791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1200"/>
              </a:spcBef>
              <a:spcAft>
                <a:spcPts val="600"/>
              </a:spcAft>
            </a:pPr>
            <a:r>
              <a:rPr lang="fr-CA" sz="1400" dirty="0"/>
              <a:t>La nature des données détermine ce qui est permis ou interdit. Données confidentielles et outils publics ne se mélangent pas. Chaque usage doit être documenté et les données classifiées.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09A906C-23B2-984E-6555-9E516221641D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>
          <a:xfrm>
            <a:off x="8463951" y="4117823"/>
            <a:ext cx="2889849" cy="16791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1200"/>
              </a:spcBef>
              <a:spcAft>
                <a:spcPts val="600"/>
              </a:spcAft>
            </a:pPr>
            <a:r>
              <a:rPr lang="fr-CA" sz="1400" dirty="0"/>
              <a:t>Le personnel doit être formé avant d'utiliser un outil IAG. Chaque cas d'usage doit être autorisé, documenté et supervisé. L'outil ne remplace pas le jugement professionnel.</a:t>
            </a:r>
          </a:p>
        </p:txBody>
      </p:sp>
    </p:spTree>
    <p:extLst>
      <p:ext uri="{BB962C8B-B14F-4D97-AF65-F5344CB8AC3E}">
        <p14:creationId xmlns:p14="http://schemas.microsoft.com/office/powerpoint/2010/main" val="5230647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5C8BC4-C4DB-56E9-B063-C83DB15C9C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5D4D6-B15A-B393-E473-C267B5A5D659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 dirty="0"/>
              <a:t>La classification des données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D265D2-ABA0-A8AF-840A-754635439070}"/>
              </a:ext>
            </a:extLst>
          </p:cNvPr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pPr algn="just">
              <a:spcBef>
                <a:spcPts val="1200"/>
              </a:spcBef>
              <a:spcAft>
                <a:spcPts val="600"/>
              </a:spcAft>
            </a:pPr>
            <a:r>
              <a:rPr lang="fr-CA" sz="1900" dirty="0"/>
              <a:t>Tout se joue sur la nature des données soumises à l'outil. Le MCN établit quatre niveaux de classification, avec des règles claires sur ce qui est permis ou non selon le type d'outil utilisé.</a:t>
            </a:r>
          </a:p>
          <a:p>
            <a:pPr marL="0" indent="0" algn="just">
              <a:spcBef>
                <a:spcPts val="1200"/>
              </a:spcBef>
              <a:spcAft>
                <a:spcPts val="600"/>
              </a:spcAft>
              <a:buNone/>
            </a:pPr>
            <a:endParaRPr lang="fr-CA" dirty="0"/>
          </a:p>
          <a:p>
            <a:pPr marL="514350" indent="-514350" algn="just">
              <a:spcBef>
                <a:spcPts val="1200"/>
              </a:spcBef>
              <a:spcAft>
                <a:spcPts val="600"/>
              </a:spcAft>
              <a:buFont typeface="+mj-lt"/>
              <a:buAutoNum type="arabicPeriod"/>
            </a:pPr>
            <a:endParaRPr lang="fr-CA" dirty="0"/>
          </a:p>
          <a:p>
            <a:pPr marL="514350" indent="-514350" algn="just">
              <a:spcBef>
                <a:spcPts val="1200"/>
              </a:spcBef>
              <a:spcAft>
                <a:spcPts val="600"/>
              </a:spcAft>
              <a:buFont typeface="+mj-lt"/>
              <a:buAutoNum type="arabicPeriod"/>
            </a:pPr>
            <a:endParaRPr lang="fr-CA" dirty="0"/>
          </a:p>
          <a:p>
            <a:pPr marL="514350" indent="-514350" algn="just">
              <a:spcBef>
                <a:spcPts val="1200"/>
              </a:spcBef>
              <a:spcAft>
                <a:spcPts val="600"/>
              </a:spcAft>
              <a:buFont typeface="+mj-lt"/>
              <a:buAutoNum type="arabicPeriod"/>
            </a:pPr>
            <a:endParaRPr lang="fr-CA" dirty="0"/>
          </a:p>
          <a:p>
            <a:pPr marL="514350" indent="-514350" algn="just">
              <a:spcBef>
                <a:spcPts val="1200"/>
              </a:spcBef>
              <a:spcAft>
                <a:spcPts val="600"/>
              </a:spcAft>
              <a:buFont typeface="+mj-lt"/>
              <a:buAutoNum type="arabicPeriod"/>
            </a:pPr>
            <a:endParaRPr lang="fr-CA" sz="2800" dirty="0"/>
          </a:p>
          <a:p>
            <a:endParaRPr lang="fr-CA" dirty="0"/>
          </a:p>
          <a:p>
            <a:endParaRPr lang="fr-CA" dirty="0"/>
          </a:p>
          <a:p>
            <a:endParaRPr lang="fr-CA" dirty="0"/>
          </a:p>
          <a:p>
            <a:endParaRPr lang="fr-CA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0F3B30-F3A1-530F-87B3-B4C97C470B9A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fr-CA" dirty="0">
                <a:ea typeface="Calibri" panose="020F0502020204030204" pitchFamily="34" charset="0"/>
              </a:rPr>
              <a:t>Cadre d’utilisation de l’IA générative</a:t>
            </a:r>
            <a:endParaRPr lang="fr-CA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A31D45-D7AD-7276-440A-83DBAB0F070B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9DFEB9E7-905B-47F3-A96F-374DDAD81464}" type="slidenum">
              <a:rPr lang="fr-CA" smtClean="0"/>
              <a:pPr/>
              <a:t>4</a:t>
            </a:fld>
            <a:endParaRPr lang="fr-CA" dirty="0"/>
          </a:p>
        </p:txBody>
      </p:sp>
      <p:graphicFrame>
        <p:nvGraphicFramePr>
          <p:cNvPr id="6" name="Tableau 5">
            <a:extLst>
              <a:ext uri="{FF2B5EF4-FFF2-40B4-BE49-F238E27FC236}">
                <a16:creationId xmlns:a16="http://schemas.microsoft.com/office/drawing/2014/main" id="{CED2E721-43EC-7173-D330-D01AB8E780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7897947"/>
              </p:ext>
            </p:extLst>
          </p:nvPr>
        </p:nvGraphicFramePr>
        <p:xfrm>
          <a:off x="1166002" y="2688832"/>
          <a:ext cx="10187799" cy="3315192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1841168">
                  <a:extLst>
                    <a:ext uri="{9D8B030D-6E8A-4147-A177-3AD203B41FA5}">
                      <a16:colId xmlns:a16="http://schemas.microsoft.com/office/drawing/2014/main" val="2609680018"/>
                    </a:ext>
                  </a:extLst>
                </a:gridCol>
                <a:gridCol w="2454891">
                  <a:extLst>
                    <a:ext uri="{9D8B030D-6E8A-4147-A177-3AD203B41FA5}">
                      <a16:colId xmlns:a16="http://schemas.microsoft.com/office/drawing/2014/main" val="2895354128"/>
                    </a:ext>
                  </a:extLst>
                </a:gridCol>
                <a:gridCol w="1472935">
                  <a:extLst>
                    <a:ext uri="{9D8B030D-6E8A-4147-A177-3AD203B41FA5}">
                      <a16:colId xmlns:a16="http://schemas.microsoft.com/office/drawing/2014/main" val="1589380875"/>
                    </a:ext>
                  </a:extLst>
                </a:gridCol>
                <a:gridCol w="1472935">
                  <a:extLst>
                    <a:ext uri="{9D8B030D-6E8A-4147-A177-3AD203B41FA5}">
                      <a16:colId xmlns:a16="http://schemas.microsoft.com/office/drawing/2014/main" val="1202061254"/>
                    </a:ext>
                  </a:extLst>
                </a:gridCol>
                <a:gridCol w="1472935">
                  <a:extLst>
                    <a:ext uri="{9D8B030D-6E8A-4147-A177-3AD203B41FA5}">
                      <a16:colId xmlns:a16="http://schemas.microsoft.com/office/drawing/2014/main" val="3325923734"/>
                    </a:ext>
                  </a:extLst>
                </a:gridCol>
                <a:gridCol w="1472935">
                  <a:extLst>
                    <a:ext uri="{9D8B030D-6E8A-4147-A177-3AD203B41FA5}">
                      <a16:colId xmlns:a16="http://schemas.microsoft.com/office/drawing/2014/main" val="206956476"/>
                    </a:ext>
                  </a:extLst>
                </a:gridCol>
              </a:tblGrid>
              <a:tr h="73301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CA" sz="14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Classification</a:t>
                      </a:r>
                      <a:endParaRPr lang="fr-CA" sz="1400" b="1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CA" sz="14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Exemples</a:t>
                      </a:r>
                      <a:endParaRPr lang="fr-CA" sz="1400" b="1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CA" sz="14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IAG publique (</a:t>
                      </a:r>
                      <a:r>
                        <a:rPr lang="fr-CA" sz="1400" b="1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ChatGPT</a:t>
                      </a:r>
                      <a:r>
                        <a:rPr lang="fr-CA" sz="14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Claude.ai)</a:t>
                      </a:r>
                      <a:endParaRPr lang="fr-CA" sz="1400" b="1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CA" sz="14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IAG circuit fermé (ex. MS </a:t>
                      </a:r>
                      <a:r>
                        <a:rPr lang="fr-CA" sz="1400" b="1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Copilot</a:t>
                      </a:r>
                      <a:r>
                        <a:rPr lang="fr-CA" sz="14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fr-CA" sz="1400" b="1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Ent</a:t>
                      </a:r>
                      <a:r>
                        <a:rPr lang="fr-CA" sz="14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.)</a:t>
                      </a:r>
                      <a:endParaRPr lang="fr-CA" sz="1400" b="1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CA" sz="14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IAG souveraine (hébergée au QC)</a:t>
                      </a:r>
                      <a:endParaRPr lang="fr-CA" sz="1400" b="1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CA" sz="14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IAG </a:t>
                      </a:r>
                      <a:r>
                        <a:rPr lang="fr-CA" sz="1400" b="1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gouv</a:t>
                      </a:r>
                      <a:r>
                        <a:rPr lang="fr-CA" sz="14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 (UQAM)</a:t>
                      </a:r>
                      <a:endParaRPr lang="fr-CA" sz="1400" b="1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0800" marR="50800" marT="50800" marB="50800"/>
                </a:tc>
                <a:extLst>
                  <a:ext uri="{0D108BD9-81ED-4DB2-BD59-A6C34878D82A}">
                    <a16:rowId xmlns:a16="http://schemas.microsoft.com/office/drawing/2014/main" val="2872238611"/>
                  </a:ext>
                </a:extLst>
              </a:tr>
              <a:tr h="5895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CA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Non classifié (Public)</a:t>
                      </a:r>
                      <a:endParaRPr lang="fr-CA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CA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Info web, code public, documents publics</a:t>
                      </a:r>
                      <a:endParaRPr lang="fr-CA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CA" sz="1400" b="1" baseline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PERMIS</a:t>
                      </a:r>
                      <a:endParaRPr lang="fr-CA" sz="1400" b="1" baseline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CA" sz="1400" b="1" baseline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PERMIS</a:t>
                      </a:r>
                      <a:endParaRPr lang="fr-CA" sz="1400" b="1" baseline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CA" sz="1400" b="1" kern="1200" baseline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PERMIS</a:t>
                      </a: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CA" sz="1400" b="1" kern="1200" baseline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PERMIS</a:t>
                      </a: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795442375"/>
                  </a:ext>
                </a:extLst>
              </a:tr>
              <a:tr h="8047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CA" sz="14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Protégé A (Diffusion restreinte)</a:t>
                      </a:r>
                      <a:endParaRPr lang="fr-CA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CA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Notes internes, code applicatif privé</a:t>
                      </a:r>
                      <a:endParaRPr lang="fr-CA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CA" sz="14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INTERDIT</a:t>
                      </a:r>
                      <a:endParaRPr lang="fr-CA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fr-CA" sz="1400" b="1" kern="1200" baseline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PERMIS</a:t>
                      </a: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fr-CA" sz="1400" b="1" kern="1200" baseline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PERMIS</a:t>
                      </a: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fr-CA" sz="1400" b="1" kern="1200" baseline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PERMIS</a:t>
                      </a: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4017321416"/>
                  </a:ext>
                </a:extLst>
              </a:tr>
              <a:tr h="5895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CA" sz="14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Protégé B (Confidentiel)</a:t>
                      </a:r>
                      <a:endParaRPr lang="fr-CA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CA" sz="14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Rens</a:t>
                      </a:r>
                      <a:r>
                        <a:rPr lang="fr-CA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 personnels, données stratégiques</a:t>
                      </a:r>
                      <a:endParaRPr lang="fr-CA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CA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INTERDIT</a:t>
                      </a:r>
                      <a:endParaRPr lang="fr-CA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fr-CA" sz="1400" b="1" kern="1200" baseline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PERMIS</a:t>
                      </a: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fr-CA" sz="1400" b="1" kern="1200" baseline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PERMIS</a:t>
                      </a: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fr-CA" sz="1400" b="1" kern="1200" baseline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PERMIS</a:t>
                      </a: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548732543"/>
                  </a:ext>
                </a:extLst>
              </a:tr>
              <a:tr h="5895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CA" sz="14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Protégé C (Secret / Très secret)</a:t>
                      </a:r>
                      <a:endParaRPr lang="fr-CA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CA" sz="14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Rens. sensibles hautement stratégiques</a:t>
                      </a:r>
                      <a:endParaRPr lang="fr-CA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CA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INTERDIT</a:t>
                      </a:r>
                      <a:endParaRPr lang="fr-CA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CA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INTERDIT</a:t>
                      </a:r>
                      <a:endParaRPr lang="fr-CA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CA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INTERDIT</a:t>
                      </a:r>
                      <a:endParaRPr lang="fr-CA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fr-CA" sz="1400" b="1" kern="1200" baseline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OBLIGATOIRE</a:t>
                      </a: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3160948592"/>
                  </a:ext>
                </a:extLst>
              </a:tr>
            </a:tbl>
          </a:graphicData>
        </a:graphic>
      </p:graphicFrame>
      <p:sp>
        <p:nvSpPr>
          <p:cNvPr id="7" name="ZoneTexte 6">
            <a:extLst>
              <a:ext uri="{FF2B5EF4-FFF2-40B4-BE49-F238E27FC236}">
                <a16:creationId xmlns:a16="http://schemas.microsoft.com/office/drawing/2014/main" id="{58119F8F-D881-551B-4C2C-612161391963}"/>
              </a:ext>
            </a:extLst>
          </p:cNvPr>
          <p:cNvSpPr txBox="1"/>
          <p:nvPr/>
        </p:nvSpPr>
        <p:spPr>
          <a:xfrm>
            <a:off x="1166002" y="6004024"/>
            <a:ext cx="101877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1200" dirty="0">
                <a:latin typeface="Arial" panose="020B0604020202020204" pitchFamily="34" charset="0"/>
                <a:cs typeface="Arial" panose="020B0604020202020204" pitchFamily="34" charset="0"/>
              </a:rPr>
              <a:t>Source : </a:t>
            </a:r>
            <a:r>
              <a:rPr lang="fr-CA" sz="1200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MCN – Guide d’application des mesures applicables lors de l’utilisation de l’intelligence artificielle générative</a:t>
            </a:r>
            <a:endParaRPr lang="fr-CA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47525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76D738-C79E-B100-4BB5-A5923BC20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EC8B1C-83BE-067D-AAB5-5EA05335CDAD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 dirty="0"/>
              <a:t>Votre demande spécifique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D345C8-6F68-86B7-8D6A-53FC30D4C6DD}"/>
              </a:ext>
            </a:extLst>
          </p:cNvPr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fr-CA" sz="1900" b="1" dirty="0" err="1"/>
              <a:t>ChatGPT</a:t>
            </a:r>
            <a:r>
              <a:rPr lang="fr-CA" sz="1900" b="1" dirty="0"/>
              <a:t> Pro (</a:t>
            </a:r>
            <a:r>
              <a:rPr lang="fr-CA" sz="1900" b="1" dirty="0" err="1"/>
              <a:t>OpenAI</a:t>
            </a:r>
            <a:r>
              <a:rPr lang="fr-CA" sz="1900" b="1" dirty="0"/>
              <a:t>) et </a:t>
            </a:r>
            <a:r>
              <a:rPr lang="fr-CA" sz="1900" b="1" dirty="0" err="1"/>
              <a:t>Perplexity</a:t>
            </a:r>
            <a:r>
              <a:rPr lang="fr-CA" sz="1900" b="1" dirty="0"/>
              <a:t> — Points d'attention</a:t>
            </a:r>
            <a:endParaRPr lang="fr-CA" sz="1900" dirty="0"/>
          </a:p>
          <a:p>
            <a:pPr algn="just"/>
            <a:r>
              <a:rPr lang="fr-CA" sz="1900" dirty="0"/>
              <a:t>Ces deux outils sont des IAG publiques : seules les données non classifiées (publiques) peuvent y être soumises.</a:t>
            </a:r>
          </a:p>
          <a:p>
            <a:pPr algn="just"/>
            <a:endParaRPr lang="fr-CA" sz="1900" dirty="0"/>
          </a:p>
          <a:p>
            <a:pPr algn="just"/>
            <a:r>
              <a:rPr lang="fr-CA" sz="1900" dirty="0"/>
              <a:t>Tout renseignement personnel, confidentiel ou stratégique </a:t>
            </a:r>
            <a:r>
              <a:rPr lang="fr-CA" sz="1900"/>
              <a:t>est interdit, sans </a:t>
            </a:r>
            <a:r>
              <a:rPr lang="fr-CA" sz="1900" dirty="0"/>
              <a:t>exception.</a:t>
            </a:r>
          </a:p>
          <a:p>
            <a:pPr algn="just"/>
            <a:endParaRPr lang="fr-CA" sz="1900" dirty="0"/>
          </a:p>
          <a:p>
            <a:pPr algn="just"/>
            <a:r>
              <a:rPr lang="fr-CA" sz="1900" dirty="0"/>
              <a:t>Les données soumises peuvent potentiellement être utilisées pour entraîner les modèles selon les conditions d'utilisation.</a:t>
            </a:r>
          </a:p>
          <a:p>
            <a:pPr algn="just"/>
            <a:endParaRPr lang="fr-CA" sz="1900" dirty="0"/>
          </a:p>
          <a:p>
            <a:pPr algn="just"/>
            <a:r>
              <a:rPr lang="fr-CA" sz="1900" dirty="0"/>
              <a:t>Une version institutionnelle (circuit fermé) offre des garanties supérieures mais doit faire l'objet d'une analyse contractuelle.</a:t>
            </a:r>
          </a:p>
          <a:p>
            <a:endParaRPr lang="fr-CA" dirty="0"/>
          </a:p>
          <a:p>
            <a:endParaRPr lang="fr-CA" dirty="0"/>
          </a:p>
          <a:p>
            <a:endParaRPr lang="fr-CA" dirty="0"/>
          </a:p>
          <a:p>
            <a:endParaRPr lang="fr-CA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7BE548-62CA-0B07-66BA-8B6E678A7EF0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fr-CA" dirty="0">
                <a:ea typeface="Calibri" panose="020F0502020204030204" pitchFamily="34" charset="0"/>
              </a:rPr>
              <a:t>Cadre d’utilisation de l’IA générative</a:t>
            </a:r>
            <a:endParaRPr lang="fr-CA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93E6B5-C56A-EE47-86C1-359D22C3CE4A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9DFEB9E7-905B-47F3-A96F-374DDAD81464}" type="slidenum">
              <a:rPr lang="fr-CA" smtClean="0"/>
              <a:pPr/>
              <a:t>5</a:t>
            </a:fld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38978437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6517B3-8C28-4215-EFAE-0435BDD66C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995CB3-60FF-5195-E10F-50F91DC2A2F0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1"/>
            </p:custDataLst>
          </p:nvPr>
        </p:nvSpPr>
        <p:spPr>
          <a:xfrm>
            <a:off x="838200" y="6356350"/>
            <a:ext cx="7315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fr-CA"/>
              <a:t>Cadre d’utilisation de l’IA générative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B50A2B-98F2-9526-9DD1-DA947D092E66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>
          <a:xfrm>
            <a:off x="86106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9DFEB9E7-905B-47F3-A96F-374DDAD81464}" type="slidenum">
              <a:rPr lang="fr-CA" smtClean="0"/>
              <a:pPr>
                <a:spcAft>
                  <a:spcPts val="600"/>
                </a:spcAft>
              </a:pPr>
              <a:t>6</a:t>
            </a:fld>
            <a:endParaRPr lang="fr-C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EA65C5-D433-2658-4988-3C4B0787A027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fr-CA" dirty="0"/>
              <a:t>Démarche proposée</a:t>
            </a:r>
          </a:p>
        </p:txBody>
      </p:sp>
      <p:graphicFrame>
        <p:nvGraphicFramePr>
          <p:cNvPr id="8" name="Tableau 7">
            <a:extLst>
              <a:ext uri="{FF2B5EF4-FFF2-40B4-BE49-F238E27FC236}">
                <a16:creationId xmlns:a16="http://schemas.microsoft.com/office/drawing/2014/main" id="{EC9B7159-5FD1-D751-7829-EBC0FADE09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1340360"/>
              </p:ext>
            </p:extLst>
          </p:nvPr>
        </p:nvGraphicFramePr>
        <p:xfrm>
          <a:off x="1022230" y="1690688"/>
          <a:ext cx="10331570" cy="3269502"/>
        </p:xfrm>
        <a:graphic>
          <a:graphicData uri="http://schemas.openxmlformats.org/drawingml/2006/table">
            <a:tbl>
              <a:tblPr/>
              <a:tblGrid>
                <a:gridCol w="910570">
                  <a:extLst>
                    <a:ext uri="{9D8B030D-6E8A-4147-A177-3AD203B41FA5}">
                      <a16:colId xmlns:a16="http://schemas.microsoft.com/office/drawing/2014/main" val="806812988"/>
                    </a:ext>
                  </a:extLst>
                </a:gridCol>
                <a:gridCol w="3259546">
                  <a:extLst>
                    <a:ext uri="{9D8B030D-6E8A-4147-A177-3AD203B41FA5}">
                      <a16:colId xmlns:a16="http://schemas.microsoft.com/office/drawing/2014/main" val="3336677102"/>
                    </a:ext>
                  </a:extLst>
                </a:gridCol>
                <a:gridCol w="6161454">
                  <a:extLst>
                    <a:ext uri="{9D8B030D-6E8A-4147-A177-3AD203B41FA5}">
                      <a16:colId xmlns:a16="http://schemas.microsoft.com/office/drawing/2014/main" val="770225415"/>
                    </a:ext>
                  </a:extLst>
                </a:gridCol>
              </a:tblGrid>
              <a:tr h="108983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CA" sz="18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1</a:t>
                      </a:r>
                      <a:endParaRPr lang="fr-CA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4404" marR="94404" marT="94404" marB="94404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D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fr-CA" sz="1800" b="1" i="0" u="none" strike="noStrike" dirty="0">
                          <a:solidFill>
                            <a:srgbClr val="003DA5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Qualification des usages</a:t>
                      </a:r>
                      <a:endParaRPr lang="fr-CA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4404" marR="94404" marT="94404" marB="94404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F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>
                        <a:buNone/>
                      </a:pPr>
                      <a:r>
                        <a:rPr lang="fr-CA" sz="1800" b="0" i="0" u="none" strike="noStrike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Documenter précisément chaque usage prévu : quoi, qui, avec quelles données, dans quel objectif. C'est l'objet de cette rencontre.</a:t>
                      </a:r>
                      <a:endParaRPr lang="fr-CA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4404" marR="94404" marT="94404" marB="94404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6927596"/>
                  </a:ext>
                </a:extLst>
              </a:tr>
              <a:tr h="108983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CA" sz="18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2</a:t>
                      </a:r>
                      <a:endParaRPr lang="fr-CA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4404" marR="94404" marT="94404" marB="94404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D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fr-CA" sz="1800" b="1" i="0" u="none" strike="noStrike" dirty="0">
                          <a:solidFill>
                            <a:srgbClr val="003DA5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Évaluation des risques</a:t>
                      </a:r>
                      <a:endParaRPr lang="fr-CA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4404" marR="94404" marT="94404" marB="94404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F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>
                        <a:buNone/>
                      </a:pPr>
                      <a:r>
                        <a:rPr lang="fr-CA" sz="1800" b="0" i="0" u="none" strike="noStrike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Classifier les données impliquées, évaluer les risques organisationnels, juridiques et de sécurité selon la grille MCN. </a:t>
                      </a:r>
                      <a:endParaRPr lang="fr-CA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4404" marR="94404" marT="94404" marB="94404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7350693"/>
                  </a:ext>
                </a:extLst>
              </a:tr>
              <a:tr h="108983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CA" sz="18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3</a:t>
                      </a:r>
                      <a:endParaRPr lang="fr-CA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4404" marR="94404" marT="94404" marB="94404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D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fr-CA" sz="1800" b="1" i="0" u="none" strike="noStrike" dirty="0">
                          <a:solidFill>
                            <a:srgbClr val="003DA5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Recommandation et autorisation</a:t>
                      </a:r>
                      <a:endParaRPr lang="fr-CA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4404" marR="94404" marT="94404" marB="94404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F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>
                        <a:buNone/>
                      </a:pPr>
                      <a:r>
                        <a:rPr lang="fr-CA" sz="1800" b="0" i="0" u="none" strike="noStrike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Rapport formel avec conditions d'utilisation, mesures de mitigation et recommandation finale. Soumis à l'autorité désignée pour autorisation.</a:t>
                      </a:r>
                      <a:endParaRPr lang="fr-CA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4404" marR="94404" marT="94404" marB="94404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5089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52078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8C366A-9329-B93A-6A4E-2BABE8AAE4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183C31-52B1-70B4-868F-BCEAE1DE7C09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1"/>
            </p:custDataLst>
          </p:nvPr>
        </p:nvSpPr>
        <p:spPr>
          <a:xfrm>
            <a:off x="838200" y="6356350"/>
            <a:ext cx="7315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fr-CA"/>
              <a:t>Cadre d’utilisation de l’IA générative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C3879E-964E-71BF-61F4-EBFC2A63E82A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>
          <a:xfrm>
            <a:off x="86106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9DFEB9E7-905B-47F3-A96F-374DDAD81464}" type="slidenum">
              <a:rPr lang="fr-CA" smtClean="0"/>
              <a:pPr>
                <a:spcAft>
                  <a:spcPts val="600"/>
                </a:spcAft>
              </a:pPr>
              <a:t>7</a:t>
            </a:fld>
            <a:endParaRPr lang="fr-C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97A5662-7225-AC02-04E0-97C4780C1CD2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fr-CA" dirty="0"/>
              <a:t>Pour cette rencontre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D30D36-E053-BA60-AA8D-0EF4FE6F01CD}"/>
              </a:ext>
            </a:extLst>
          </p:cNvPr>
          <p:cNvSpPr>
            <a:spLocks noGrp="1"/>
          </p:cNvSpPr>
          <p:nvPr>
            <p:ph idx="1"/>
            <p:custDataLst>
              <p:tags r:id="rId4"/>
            </p:custDataLst>
          </p:nvPr>
        </p:nvSpPr>
        <p:spPr>
          <a:xfrm>
            <a:off x="838200" y="1825625"/>
            <a:ext cx="10515600" cy="4351338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fr-CA" sz="2100" b="1" dirty="0"/>
              <a:t>Pour compléter l'analyse, nous avons besoin de votre éclairage sur :</a:t>
            </a:r>
            <a:endParaRPr lang="fr-CA" sz="2100" dirty="0"/>
          </a:p>
          <a:p>
            <a:pPr algn="just"/>
            <a:r>
              <a:rPr lang="fr-CA" sz="2100" dirty="0"/>
              <a:t>Les usages précis que vous envisagez, le plus concrètement possible (ex. : rédiger des analyses de coûts, rechercher de l'information sectorielle, résumer des rapports financiers).</a:t>
            </a:r>
          </a:p>
          <a:p>
            <a:pPr algn="just"/>
            <a:endParaRPr lang="fr-CA" sz="2100" dirty="0"/>
          </a:p>
          <a:p>
            <a:pPr algn="just"/>
            <a:r>
              <a:rPr lang="fr-CA" sz="2100" dirty="0"/>
              <a:t>La nature des données que vous comptez soumettre à ces outils.</a:t>
            </a:r>
          </a:p>
          <a:p>
            <a:pPr algn="just"/>
            <a:endParaRPr lang="fr-CA" sz="2100" dirty="0"/>
          </a:p>
          <a:p>
            <a:pPr algn="just"/>
            <a:r>
              <a:rPr lang="fr-CA" sz="2100" dirty="0"/>
              <a:t>Le nombre d'utilisateurs visés et leurs rôles.</a:t>
            </a:r>
          </a:p>
          <a:p>
            <a:pPr algn="just"/>
            <a:endParaRPr lang="fr-CA" sz="2100" dirty="0"/>
          </a:p>
          <a:p>
            <a:pPr algn="just"/>
            <a:r>
              <a:rPr lang="fr-CA" sz="2100" dirty="0"/>
              <a:t>La valeur attendue et les bénéfices anticipés pour justifier l'investissement.</a:t>
            </a:r>
          </a:p>
          <a:p>
            <a:pPr algn="just"/>
            <a:endParaRPr lang="fr-CA" sz="2100" dirty="0"/>
          </a:p>
          <a:p>
            <a:pPr algn="just"/>
            <a:r>
              <a:rPr lang="fr-CA" sz="2100" dirty="0"/>
              <a:t>Les délais souhaités pour le déploiement.</a:t>
            </a:r>
          </a:p>
          <a:p>
            <a:endParaRPr lang="fr-CA" dirty="0"/>
          </a:p>
          <a:p>
            <a:endParaRPr lang="fr-CA" dirty="0"/>
          </a:p>
          <a:p>
            <a:endParaRPr lang="fr-CA" dirty="0"/>
          </a:p>
          <a:p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34725748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04CC30-79A8-B7D3-A7A6-1DC42E3F50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D34B44-EE7E-D31B-09EB-88E6E50619B6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1"/>
            </p:custDataLst>
          </p:nvPr>
        </p:nvSpPr>
        <p:spPr>
          <a:xfrm>
            <a:off x="838200" y="6356350"/>
            <a:ext cx="7315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fr-CA"/>
              <a:t>Cadre d’utilisation de l’IA générative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777A2D-FC01-E43D-7768-AFFBE5EA916E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>
          <a:xfrm>
            <a:off x="86106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9DFEB9E7-905B-47F3-A96F-374DDAD81464}" type="slidenum">
              <a:rPr lang="fr-CA" smtClean="0"/>
              <a:pPr>
                <a:spcAft>
                  <a:spcPts val="600"/>
                </a:spcAft>
              </a:pPr>
              <a:t>8</a:t>
            </a:fld>
            <a:endParaRPr lang="fr-C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052187-C0B8-F90C-6A55-33C5452CA3D7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fr-CA" dirty="0"/>
              <a:t>Points importants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A3FAEC-7C5B-19A9-90C6-45A0A2091A55}"/>
              </a:ext>
            </a:extLst>
          </p:cNvPr>
          <p:cNvSpPr>
            <a:spLocks noGrp="1"/>
          </p:cNvSpPr>
          <p:nvPr>
            <p:ph idx="1"/>
            <p:custDataLst>
              <p:tags r:id="rId4"/>
            </p:custDataLst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algn="just"/>
            <a:r>
              <a:rPr lang="fr-CA" dirty="0"/>
              <a:t>L'objectif n'est pas de bloquer l'initiative, mais de la déployer de façon conforme et durable en respectant les principes édictés par la direction.</a:t>
            </a:r>
          </a:p>
          <a:p>
            <a:pPr algn="just"/>
            <a:endParaRPr lang="fr-CA" dirty="0"/>
          </a:p>
          <a:p>
            <a:pPr algn="just"/>
            <a:r>
              <a:rPr lang="fr-CA" dirty="0"/>
              <a:t>Un usage mal encadré expose l'institution à des risques légaux et réputationnels réels.</a:t>
            </a:r>
          </a:p>
          <a:p>
            <a:pPr algn="just"/>
            <a:endParaRPr lang="fr-CA" dirty="0"/>
          </a:p>
          <a:p>
            <a:pPr algn="just"/>
            <a:r>
              <a:rPr lang="fr-CA" dirty="0"/>
              <a:t>La démarche est proportionnelle : si les usages sont simples et les données non sensibles, l'analyse sera rapide.</a:t>
            </a:r>
          </a:p>
          <a:p>
            <a:endParaRPr lang="fr-CA" dirty="0"/>
          </a:p>
          <a:p>
            <a:endParaRPr lang="fr-CA" dirty="0"/>
          </a:p>
          <a:p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206293143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8ACDF425268874D8939DEBDB34D729E" ma:contentTypeVersion="9" ma:contentTypeDescription="Crée un document." ma:contentTypeScope="" ma:versionID="7f67983aa4131358816dae79c3d39557">
  <xsd:schema xmlns:xsd="http://www.w3.org/2001/XMLSchema" xmlns:xs="http://www.w3.org/2001/XMLSchema" xmlns:p="http://schemas.microsoft.com/office/2006/metadata/properties" xmlns:ns2="ecfe0d3b-d4a2-48bf-afce-7b1f031769fe" targetNamespace="http://schemas.microsoft.com/office/2006/metadata/properties" ma:root="true" ma:fieldsID="f83cf4dfd37cba425f92ce6707e33db6" ns2:_="">
    <xsd:import namespace="ecfe0d3b-d4a2-48bf-afce-7b1f031769f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cfe0d3b-d4a2-48bf-afce-7b1f031769f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Balises d’images" ma:readOnly="false" ma:fieldId="{5cf76f15-5ced-4ddc-b409-7134ff3c332f}" ma:taxonomyMulti="true" ma:sspId="d45bba45-d53b-4c34-89e1-5d6d2450232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cfe0d3b-d4a2-48bf-afce-7b1f031769fe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EE048B5A-F483-4E6E-B9A3-57B019D25439}"/>
</file>

<file path=customXml/itemProps2.xml><?xml version="1.0" encoding="utf-8"?>
<ds:datastoreItem xmlns:ds="http://schemas.openxmlformats.org/officeDocument/2006/customXml" ds:itemID="{E08A57F1-3A90-43E1-86C0-0E0AF7515570}"/>
</file>

<file path=customXml/itemProps3.xml><?xml version="1.0" encoding="utf-8"?>
<ds:datastoreItem xmlns:ds="http://schemas.openxmlformats.org/officeDocument/2006/customXml" ds:itemID="{1B9DB57A-F622-41B2-BABA-5F46BF34AB1A}"/>
</file>

<file path=docProps/app.xml><?xml version="1.0" encoding="utf-8"?>
<Properties xmlns="http://schemas.openxmlformats.org/officeDocument/2006/extended-properties" xmlns:vt="http://schemas.openxmlformats.org/officeDocument/2006/docPropsVTypes">
  <TotalTime>110412</TotalTime>
  <Words>767</Words>
  <Application>Microsoft Office PowerPoint</Application>
  <PresentationFormat>Grand écran</PresentationFormat>
  <Paragraphs>123</Paragraphs>
  <Slides>8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1" baseType="lpstr">
      <vt:lpstr>Arial</vt:lpstr>
      <vt:lpstr>Calibri</vt:lpstr>
      <vt:lpstr>Thème Office</vt:lpstr>
      <vt:lpstr>Cadre d’utilisation de l’IA générative</vt:lpstr>
      <vt:lpstr>Contexte</vt:lpstr>
      <vt:lpstr>Obligations</vt:lpstr>
      <vt:lpstr>La classification des données</vt:lpstr>
      <vt:lpstr>Votre demande spécifique</vt:lpstr>
      <vt:lpstr>Démarche proposée</vt:lpstr>
      <vt:lpstr>Pour cette rencontre</vt:lpstr>
      <vt:lpstr>Points importants</vt:lpstr>
    </vt:vector>
  </TitlesOfParts>
  <Company>UQAM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Tournevache, Émilie</dc:creator>
  <cp:lastModifiedBy>Marsan, Benoit</cp:lastModifiedBy>
  <cp:revision>42</cp:revision>
  <dcterms:created xsi:type="dcterms:W3CDTF">2019-02-27T15:08:09Z</dcterms:created>
  <dcterms:modified xsi:type="dcterms:W3CDTF">2026-04-17T19:51:21Z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0x01010028ACDF425268874D8939DEBDB34D729E</vt:lpwstr>
  </property>
</Properties>
</file>